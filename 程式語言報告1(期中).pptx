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20"/>
  </p:notesMasterIdLst>
  <p:handoutMasterIdLst>
    <p:handoutMasterId r:id="rId21"/>
  </p:handoutMasterIdLst>
  <p:sldIdLst>
    <p:sldId id="259" r:id="rId2"/>
    <p:sldId id="258" r:id="rId3"/>
    <p:sldId id="277" r:id="rId4"/>
    <p:sldId id="278" r:id="rId5"/>
    <p:sldId id="261" r:id="rId6"/>
    <p:sldId id="262" r:id="rId7"/>
    <p:sldId id="27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5" r:id="rId18"/>
    <p:sldId id="276" r:id="rId19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 varScale="1">
        <p:scale>
          <a:sx n="49" d="100"/>
          <a:sy n="49" d="100"/>
        </p:scale>
        <p:origin x="60" y="3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9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FB4D5E6-6CAD-43A1-B664-7F3D8E372CB9}" type="datetime1">
              <a:rPr lang="zh-TW" altLang="en-US" smtClean="0"/>
              <a:t>2022/1/11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1E602E8-7778-4840-9C52-CF866E2E7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60039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85226E2-B735-4508-A988-88E01057849B}" type="datetime1">
              <a:rPr lang="zh-TW" altLang="en-US" smtClean="0"/>
              <a:t>2022/1/11</a:t>
            </a:fld>
            <a:endParaRPr 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/>
              <a:t>按一下以編輯母片文字樣式</a:t>
            </a:r>
            <a:endParaRPr lang="en-US"/>
          </a:p>
          <a:p>
            <a:pPr lvl="1" rtl="0"/>
            <a:r>
              <a:rPr lang="zh-tw"/>
              <a:t>第二層</a:t>
            </a:r>
          </a:p>
          <a:p>
            <a:pPr lvl="2" rtl="0"/>
            <a:r>
              <a:rPr lang="zh-tw"/>
              <a:t>第三層</a:t>
            </a:r>
          </a:p>
          <a:p>
            <a:pPr lvl="3" rtl="0"/>
            <a:r>
              <a:rPr lang="zh-tw"/>
              <a:t>第四層</a:t>
            </a:r>
          </a:p>
          <a:p>
            <a:pPr lvl="4" rtl="0"/>
            <a:r>
              <a:rPr lang="zh-tw"/>
              <a:t>第五層</a:t>
            </a:r>
            <a:endParaRPr lang="en-US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E86D5CD-F53C-40AA-8F25-6C53AFF44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398133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rtlCol="0" anchor="b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rtlCol="0"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29A0F2C-D61B-4F78-A598-3F89F6808591}" type="datetime1">
              <a:rPr lang="zh-TW" altLang="en-US" smtClean="0"/>
              <a:t>2022/1/11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0E378B1-F921-4DB6-A0B5-FBAB6D815817}" type="datetime1">
              <a:rPr lang="zh-TW" altLang="en-US" smtClean="0"/>
              <a:t>2022/1/11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rtlCol="0" anchor="b"/>
          <a:lstStyle>
            <a:lvl1pPr algn="ctr">
              <a:defRPr sz="4000" b="0" cap="none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rtlCol="0"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1CF3BCF-43AF-44CE-8DED-A0A7E4AFE36C}" type="datetime1">
              <a:rPr lang="zh-TW" altLang="en-US" smtClean="0"/>
              <a:t>2022/1/11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4E0B6A-E6B6-44EB-92C6-B1EDD7A0CF53}" type="datetime1">
              <a:rPr lang="zh-TW" altLang="en-US" smtClean="0"/>
              <a:t>2022/1/11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圖片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圖片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預留位置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dirty="0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982518-B634-4B56-A479-88927FC85B72}" type="datetime1">
              <a:rPr lang="zh-TW" altLang="en-US" smtClean="0"/>
              <a:t>2022/1/11</a:t>
            </a:fld>
            <a:endParaRPr lang="en-US" dirty="0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投影片編號預留位置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95BBEA0-9E15-4B30-90D1-183370C5F62E}" type="datetime1">
              <a:rPr lang="zh-TW" altLang="en-US" smtClean="0"/>
              <a:t>2022/1/11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322B815-A77C-480F-A07E-33569587508E}" type="datetime1">
              <a:rPr lang="zh-TW" altLang="en-US" smtClean="0"/>
              <a:t>2022/1/11</a:t>
            </a:fld>
            <a:endParaRPr lang="en-US" dirty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rtlCol="0" anchor="b">
            <a:normAutofit/>
          </a:bodyPr>
          <a:lstStyle>
            <a:lvl1pPr algn="ctr">
              <a:defRPr sz="2800" b="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 rtlCol="0">
            <a:normAutofit/>
          </a:bodyPr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A0AA884-2339-4FDA-B838-711CBE37D2CE}" type="datetime1">
              <a:rPr lang="zh-TW" altLang="en-US" smtClean="0"/>
              <a:t>2022/1/11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圖片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rtlCol="0" anchor="b">
            <a:noAutofit/>
          </a:bodyPr>
          <a:lstStyle>
            <a:lvl1pPr algn="ctr">
              <a:defRPr sz="3200" b="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圖片預留位置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3194BED-1B93-40DC-B7C0-9A9596B3071C}" type="datetime1">
              <a:rPr lang="zh-TW" altLang="en-US" smtClean="0"/>
              <a:t>2022/1/11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全景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圖片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rtlCol="0" anchor="b">
            <a:normAutofit/>
          </a:bodyPr>
          <a:lstStyle>
            <a:lvl1pPr algn="ctr">
              <a:defRPr sz="28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圖片預留位置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CD7CC2-5874-4136-B618-25EAC07F2E5F}" type="datetime1">
              <a:rPr lang="zh-TW" altLang="en-US" smtClean="0"/>
              <a:t>2022/1/11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rtlCol="0" anchor="ctr">
            <a:normAutofit/>
          </a:bodyPr>
          <a:lstStyle>
            <a:lvl1pPr>
              <a:defRPr sz="40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rtlCol="0"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DF3F2D1-9D40-497F-84BA-DE8CE6BA4BEE}" type="datetime1">
              <a:rPr lang="zh-TW" altLang="en-US" smtClean="0"/>
              <a:t>2022/1/11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文字預留位置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FF5CCF7-2695-4131-AD00-E93CBB603F28}" type="datetime1">
              <a:rPr lang="zh-TW" altLang="en-US" smtClean="0"/>
              <a:t>2022/1/11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zh-tw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zh-tw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1024A9C-A6DB-458D-B7DE-5140A276A908}" type="datetime1">
              <a:rPr lang="zh-TW" altLang="en-US" smtClean="0"/>
              <a:t>2022/1/11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913795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dirty="0"/>
              <a:t>按一下以編輯母片文字</a:t>
            </a:r>
            <a:br>
              <a:rPr lang="en-US" altLang="zh-TW" dirty="0"/>
            </a:br>
            <a:r>
              <a:rPr lang="zh-tw" dirty="0"/>
              <a:t>樣式</a:t>
            </a:r>
          </a:p>
        </p:txBody>
      </p:sp>
      <p:sp>
        <p:nvSpPr>
          <p:cNvPr id="8" name="文字預留位置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9" name="文字版面配置區 4"/>
          <p:cNvSpPr>
            <a:spLocks noGrp="1"/>
          </p:cNvSpPr>
          <p:nvPr>
            <p:ph type="body" sz="quarter" idx="3" hasCustomPrompt="1"/>
          </p:nvPr>
        </p:nvSpPr>
        <p:spPr>
          <a:xfrm>
            <a:off x="4446711" y="1885949"/>
            <a:ext cx="3300984" cy="764783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dirty="0"/>
              <a:t>按一下以編輯母片文字</a:t>
            </a:r>
            <a:br>
              <a:rPr lang="en-US" altLang="zh-TW" dirty="0"/>
            </a:br>
            <a:r>
              <a:rPr lang="zh-tw" dirty="0"/>
              <a:t>樣式</a:t>
            </a:r>
          </a:p>
        </p:txBody>
      </p:sp>
      <p:sp>
        <p:nvSpPr>
          <p:cNvPr id="10" name="文字預留位置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11" name="文字預留位置 4"/>
          <p:cNvSpPr>
            <a:spLocks noGrp="1"/>
          </p:cNvSpPr>
          <p:nvPr>
            <p:ph type="body" sz="quarter" idx="13" hasCustomPrompt="1"/>
          </p:nvPr>
        </p:nvSpPr>
        <p:spPr>
          <a:xfrm>
            <a:off x="7966572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dirty="0"/>
              <a:t>按一下以編輯母片文字</a:t>
            </a:r>
            <a:br>
              <a:rPr lang="en-US" altLang="zh-TW" dirty="0"/>
            </a:br>
            <a:r>
              <a:rPr lang="zh-tw" dirty="0"/>
              <a:t>樣式</a:t>
            </a:r>
          </a:p>
        </p:txBody>
      </p:sp>
      <p:sp>
        <p:nvSpPr>
          <p:cNvPr id="12" name="文字預留位置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9E5272A-0B28-4E11-950A-313FC911A049}" type="datetime1">
              <a:rPr lang="zh-TW" altLang="en-US" smtClean="0"/>
              <a:t>2022/1/11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圖片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圖片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標題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文字版面配置區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20" name="圖片預留位置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文字預留位置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22" name="文字預留位置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23" name="圖片預留位置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文字預留位置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25" name="文字預留位置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26" name="圖片預留位置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文字預留位置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ACF7D8-7292-4421-9561-61106B87073C}" type="datetime1">
              <a:rPr lang="zh-TW" altLang="en-US" smtClean="0"/>
              <a:t>2022/1/11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E9803B5-326F-4B80-8A1B-8F2AA9FC8140}" type="datetime1">
              <a:rPr lang="zh-TW" altLang="en-US" smtClean="0"/>
              <a:t>2022/1/11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 rtlCol="0"/>
          <a:lstStyle>
            <a:lvl1pPr algn="l">
              <a:defRPr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rtlCol="0" anchor="t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C6E54B5-1D10-449A-852D-5291154807A6}" type="datetime1">
              <a:rPr lang="zh-TW" altLang="en-US" smtClean="0"/>
              <a:t>2022/1/11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tw" dirty="0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zh-tw"/>
              <a:t>按一下以編輯母片文字樣式</a:t>
            </a:r>
          </a:p>
          <a:p>
            <a:pPr lvl="1" rtl="0"/>
            <a:r>
              <a:rPr lang="zh-tw"/>
              <a:t>第二層</a:t>
            </a:r>
          </a:p>
          <a:p>
            <a:pPr lvl="2" rtl="0"/>
            <a:r>
              <a:rPr lang="zh-tw"/>
              <a:t>第三層</a:t>
            </a:r>
          </a:p>
          <a:p>
            <a:pPr lvl="3" rtl="0"/>
            <a:r>
              <a:rPr lang="zh-tw"/>
              <a:t>第四層</a:t>
            </a:r>
          </a:p>
          <a:p>
            <a:pPr lvl="4" rtl="0"/>
            <a:r>
              <a:rPr lang="zh-tw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MingLiu" panose="02020509000000000000" pitchFamily="49" charset="-120"/>
                <a:ea typeface="MingLiu" panose="02020509000000000000" pitchFamily="49" charset="-120"/>
              </a:defRPr>
            </a:lvl1pPr>
          </a:lstStyle>
          <a:p>
            <a:fld id="{E27EBA36-4489-4ED5-9948-A27DCFE4D027}" type="datetime1">
              <a:rPr lang="zh-TW" altLang="en-US" smtClean="0"/>
              <a:t>2022/1/11</a:t>
            </a:fld>
            <a:endParaRPr 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MingLiu" panose="02020509000000000000" pitchFamily="49" charset="-120"/>
                <a:ea typeface="MingLiu" panose="02020509000000000000" pitchFamily="49" charset="-120"/>
              </a:defRPr>
            </a:lvl1pPr>
          </a:lstStyle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MingLiu" panose="02020509000000000000" pitchFamily="49" charset="-120"/>
                <a:ea typeface="MingLiu" panose="02020509000000000000" pitchFamily="49" charset="-12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MingLiu" panose="02020509000000000000" pitchFamily="49" charset="-12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hyperlink" Target="https://nutccsieandy.github.io/1110832098/%E7%A8%8B%E5%BC%8F%E8%AA%9E%E8%A8%80%E5%A0%B1%E5%91%8A.html" TargetMode="Externa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nutccsieandy.github.io/1110832098/%E7%A8%8B%E5%BC%8F%E8%AA%9E%E8%A8%80%E5%A0%B1%E5%91%8A.html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nutccsieandy.github.io/1110832098/%E7%A8%8B%E5%BC%8F%E8%AA%9E%E8%A8%80%E5%A0%B1%E5%91%8A.html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nutccsieandy.github.io/1110832098/%E7%A8%8B%E5%BC%8F%E8%AA%9E%E8%A8%80%E5%A0%B1%E5%91%8A.html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nutccsieandy.github.io/1110832098/%E7%A8%8B%E5%BC%8F%E8%AA%9E%E8%A8%80%E5%A0%B1%E5%91%8A.html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nutccsieandy.github.io/1110832098/%E7%A8%8B%E5%BC%8F%E8%AA%9E%E8%A8%80%E5%A0%B1%E5%91%8A.html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nutccsieandy.github.io/1110832098/%E7%A8%8B%E5%BC%8F%E8%AA%9E%E8%A8%80%E5%A0%B1%E5%91%8A.html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nutccsieandy.github.io/1110832098/%E7%A8%8B%E5%BC%8F%E8%AA%9E%E8%A8%80%E5%A0%B1%E5%91%8A.html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nutccsieandy.github.io/1110832098/%E7%A8%8B%E5%BC%8F%E8%AA%9E%E8%A8%80%E5%A0%B1%E5%91%8A.html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nutccsieandy.github.io/1110832098/%E7%A8%8B%E5%BC%8F%E8%AA%9E%E8%A8%80%E5%A0%B1%E5%91%8A.html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ioh.tw/" TargetMode="Externa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ptech.org/tw/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包含杯子、咖啡、食物、飲料的圖片&#10;&#10;自動產生的描述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087120"/>
            <a:ext cx="9440034" cy="2648381"/>
          </a:xfrm>
        </p:spPr>
        <p:txBody>
          <a:bodyPr rtlCol="0">
            <a:normAutofit/>
          </a:bodyPr>
          <a:lstStyle/>
          <a:p>
            <a:r>
              <a:rPr lang="zh-TW" altLang="en-US" sz="7200" dirty="0"/>
              <a:t>程式語言報告</a:t>
            </a:r>
            <a:endParaRPr lang="zh-tw" sz="72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 rtlCol="0">
            <a:normAutofit/>
          </a:bodyPr>
          <a:lstStyle/>
          <a:p>
            <a:pPr rtl="0"/>
            <a:r>
              <a:rPr lang="zh-TW" altLang="en-US" sz="2800" dirty="0"/>
              <a:t>製作人</a:t>
            </a:r>
            <a:r>
              <a:rPr lang="en-US" altLang="zh-TW" sz="2800" dirty="0"/>
              <a:t>:</a:t>
            </a:r>
          </a:p>
          <a:p>
            <a:pPr rtl="0"/>
            <a:r>
              <a:rPr lang="zh-TW" altLang="en-US" sz="2800" dirty="0"/>
              <a:t>資工二甲曾暘憲 資工三乙陳德恩</a:t>
            </a:r>
            <a:endParaRPr lang="zh-tw" sz="2800" dirty="0"/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27271"/>
            <a:ext cx="5880153" cy="1811990"/>
          </a:xfrm>
        </p:spPr>
        <p:txBody>
          <a:bodyPr rtlCol="0" anchor="b">
            <a:normAutofit/>
          </a:bodyPr>
          <a:lstStyle/>
          <a:p>
            <a:r>
              <a:rPr lang="zh-TW" altLang="en-US" dirty="0"/>
              <a:t>小組介紹</a:t>
            </a:r>
            <a:endParaRPr lang="zh-tw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6FD45218-6BF9-46D9-BF0D-1B8DD3FCE1F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9" r="307"/>
          <a:stretch/>
        </p:blipFill>
        <p:spPr>
          <a:xfrm>
            <a:off x="7442551" y="763702"/>
            <a:ext cx="3275751" cy="4912822"/>
          </a:xfrm>
          <a:noFill/>
        </p:spPr>
      </p:pic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D925922-A6F9-4F7F-9E92-D6BF0726A8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73697" y="2679699"/>
            <a:ext cx="5033119" cy="3321050"/>
          </a:xfrm>
        </p:spPr>
        <p:txBody>
          <a:bodyPr anchor="t">
            <a:normAutofit/>
          </a:bodyPr>
          <a:lstStyle/>
          <a:p>
            <a:r>
              <a:rPr lang="zh-TW" altLang="en-US" dirty="0"/>
              <a:t>小組代號</a:t>
            </a:r>
            <a:r>
              <a:rPr lang="en-US" altLang="zh-TW" dirty="0"/>
              <a:t>:NUTC-TECH</a:t>
            </a:r>
          </a:p>
          <a:p>
            <a:r>
              <a:rPr lang="zh-TW" altLang="en-US" dirty="0"/>
              <a:t>組員</a:t>
            </a:r>
            <a:r>
              <a:rPr lang="en-US" altLang="zh-TW" dirty="0"/>
              <a:t>:</a:t>
            </a:r>
            <a:r>
              <a:rPr lang="zh-TW" altLang="en-US" dirty="0"/>
              <a:t>資工二甲 曾暘憲、劉尚典、胡均曄、陳柏翰、何柏穎</a:t>
            </a:r>
            <a:endParaRPr lang="en-US" altLang="zh-TW" dirty="0"/>
          </a:p>
          <a:p>
            <a:r>
              <a:rPr lang="zh-TW" altLang="en-US" dirty="0"/>
              <a:t>組長</a:t>
            </a:r>
            <a:r>
              <a:rPr lang="en-US" altLang="zh-TW" dirty="0"/>
              <a:t>:</a:t>
            </a:r>
            <a:r>
              <a:rPr lang="zh-TW" altLang="en-US" dirty="0"/>
              <a:t>資工三乙 陳德恩</a:t>
            </a:r>
          </a:p>
        </p:txBody>
      </p:sp>
      <p:sp>
        <p:nvSpPr>
          <p:cNvPr id="19" name="Date Placeholder 4">
            <a:extLst>
              <a:ext uri="{FF2B5EF4-FFF2-40B4-BE49-F238E27FC236}">
                <a16:creationId xmlns:a16="http://schemas.microsoft.com/office/drawing/2014/main" id="{6739BBC1-1FB2-4F75-B25A-9EB9A5C925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4B4E0B6A-E6B6-44EB-92C6-B1EDD7A0CF53}" type="datetime1">
              <a:rPr lang="zh-TW" altLang="en-US" smtClean="0"/>
              <a:pPr rtl="0">
                <a:spcAft>
                  <a:spcPts val="600"/>
                </a:spcAft>
              </a:pPr>
              <a:t>2022/1/11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089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rtlCol="0" anchor="ctr">
            <a:normAutofit/>
          </a:bodyPr>
          <a:lstStyle/>
          <a:p>
            <a:r>
              <a:rPr lang="zh-TW" altLang="en-US" dirty="0"/>
              <a:t>工作分配</a:t>
            </a:r>
            <a:endParaRPr lang="zh-tw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6FD45218-6BF9-46D9-BF0D-1B8DD3FCE1F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3" r="6646"/>
          <a:stretch/>
        </p:blipFill>
        <p:spPr>
          <a:xfrm>
            <a:off x="913795" y="2076450"/>
            <a:ext cx="4856841" cy="3622671"/>
          </a:xfrm>
          <a:noFill/>
        </p:spPr>
      </p:pic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D925922-A6F9-4F7F-9E92-D6BF0726A8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r>
              <a:rPr lang="zh-TW" altLang="en-US" dirty="0"/>
              <a:t>網頁架構建設</a:t>
            </a:r>
            <a:r>
              <a:rPr lang="en-US" altLang="zh-TW" dirty="0"/>
              <a:t>:</a:t>
            </a:r>
            <a:r>
              <a:rPr lang="zh-TW" altLang="en-US" dirty="0"/>
              <a:t>資工三乙 陳德恩</a:t>
            </a:r>
            <a:endParaRPr lang="en-US" altLang="zh-TW" dirty="0"/>
          </a:p>
          <a:p>
            <a:r>
              <a:rPr lang="zh-TW" altLang="en-US" dirty="0"/>
              <a:t>簡報製作</a:t>
            </a:r>
            <a:r>
              <a:rPr lang="en-US" altLang="zh-TW" dirty="0"/>
              <a:t>:</a:t>
            </a:r>
            <a:r>
              <a:rPr lang="zh-TW" altLang="en-US" dirty="0"/>
              <a:t>資工二甲 曾暘憲、資工三乙 陳德恩</a:t>
            </a:r>
            <a:endParaRPr lang="en-US" altLang="zh-TW" dirty="0"/>
          </a:p>
          <a:p>
            <a:r>
              <a:rPr lang="zh-TW" altLang="en-US" dirty="0"/>
              <a:t>資料統整</a:t>
            </a:r>
            <a:r>
              <a:rPr lang="en-US" altLang="zh-TW" dirty="0"/>
              <a:t>:</a:t>
            </a:r>
            <a:r>
              <a:rPr lang="zh-TW" altLang="en-US" dirty="0"/>
              <a:t>資工二甲 劉尚典、胡均曄、陳柏翰</a:t>
            </a:r>
            <a:endParaRPr lang="en-US" altLang="zh-TW" dirty="0"/>
          </a:p>
          <a:p>
            <a:r>
              <a:rPr lang="zh-TW" altLang="en-US" dirty="0"/>
              <a:t>專案除錯</a:t>
            </a:r>
            <a:r>
              <a:rPr lang="en-US" altLang="zh-TW" dirty="0"/>
              <a:t>:</a:t>
            </a:r>
            <a:r>
              <a:rPr lang="zh-TW" altLang="en-US" dirty="0"/>
              <a:t>資工二甲 何柏穎</a:t>
            </a:r>
          </a:p>
        </p:txBody>
      </p:sp>
      <p:sp>
        <p:nvSpPr>
          <p:cNvPr id="19" name="Date Placeholder 4">
            <a:extLst>
              <a:ext uri="{FF2B5EF4-FFF2-40B4-BE49-F238E27FC236}">
                <a16:creationId xmlns:a16="http://schemas.microsoft.com/office/drawing/2014/main" id="{6739BBC1-1FB2-4F75-B25A-9EB9A5C925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4B4E0B6A-E6B6-44EB-92C6-B1EDD7A0CF53}" type="datetime1">
              <a:rPr lang="zh-TW" altLang="en-US" smtClean="0"/>
              <a:pPr rtl="0">
                <a:spcAft>
                  <a:spcPts val="600"/>
                </a:spcAft>
              </a:pPr>
              <a:t>2022/1/11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71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rtlCol="0" anchor="ctr">
            <a:normAutofit/>
          </a:bodyPr>
          <a:lstStyle/>
          <a:p>
            <a:r>
              <a:rPr lang="zh-TW" altLang="en-US"/>
              <a:t>組員名單</a:t>
            </a:r>
            <a:endParaRPr lang="zh-tw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6FD45218-6BF9-46D9-BF0D-1B8DD3FCE1F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3" r="6646"/>
          <a:stretch/>
        </p:blipFill>
        <p:spPr>
          <a:xfrm>
            <a:off x="913795" y="2076450"/>
            <a:ext cx="4856841" cy="3622671"/>
          </a:xfrm>
          <a:noFill/>
        </p:spPr>
      </p:pic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D925922-A6F9-4F7F-9E92-D6BF0726A8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 fontScale="92500" lnSpcReduction="20000"/>
          </a:bodyPr>
          <a:lstStyle/>
          <a:p>
            <a:r>
              <a:rPr lang="en-US" altLang="zh-TW" sz="2400" dirty="0"/>
              <a:t>1.</a:t>
            </a:r>
            <a:r>
              <a:rPr lang="zh-TW" altLang="en-US" sz="2400" dirty="0"/>
              <a:t>組長</a:t>
            </a:r>
            <a:r>
              <a:rPr lang="en-US" altLang="zh-TW" sz="2400" dirty="0"/>
              <a:t>:</a:t>
            </a:r>
          </a:p>
          <a:p>
            <a:r>
              <a:rPr lang="en-US" altLang="zh-TW" sz="2400" dirty="0"/>
              <a:t>1110832098</a:t>
            </a:r>
            <a:r>
              <a:rPr lang="zh-TW" altLang="en-US" sz="2400" dirty="0"/>
              <a:t>陳德恩 資工三乙</a:t>
            </a:r>
          </a:p>
          <a:p>
            <a:r>
              <a:rPr lang="en-US" altLang="zh-TW" sz="2400" dirty="0"/>
              <a:t>2.</a:t>
            </a:r>
            <a:r>
              <a:rPr lang="zh-TW" altLang="en-US" sz="2400" dirty="0"/>
              <a:t>組員</a:t>
            </a:r>
            <a:r>
              <a:rPr lang="en-US" altLang="zh-TW" sz="2400" dirty="0"/>
              <a:t>:</a:t>
            </a:r>
          </a:p>
          <a:p>
            <a:r>
              <a:rPr lang="en-US" altLang="zh-TW" sz="2400" dirty="0"/>
              <a:t>1110932012</a:t>
            </a:r>
            <a:r>
              <a:rPr lang="zh-TW" altLang="en-US" sz="2400" dirty="0"/>
              <a:t>何柏穎 資工二甲</a:t>
            </a:r>
          </a:p>
          <a:p>
            <a:r>
              <a:rPr lang="en-US" altLang="zh-TW" sz="2400" dirty="0"/>
              <a:t>1110932028</a:t>
            </a:r>
            <a:r>
              <a:rPr lang="zh-TW" altLang="en-US" sz="2400" dirty="0"/>
              <a:t>曾暘憲 資工二甲</a:t>
            </a:r>
          </a:p>
          <a:p>
            <a:r>
              <a:rPr lang="en-US" altLang="zh-TW" sz="2400" dirty="0"/>
              <a:t>1110932033</a:t>
            </a:r>
            <a:r>
              <a:rPr lang="zh-TW" altLang="en-US" sz="2400" dirty="0"/>
              <a:t>劉尚典 資工二甲</a:t>
            </a:r>
          </a:p>
          <a:p>
            <a:r>
              <a:rPr lang="en-US" altLang="zh-TW" sz="2400" dirty="0"/>
              <a:t>1110932020</a:t>
            </a:r>
            <a:r>
              <a:rPr lang="zh-TW" altLang="en-US" sz="2400" dirty="0"/>
              <a:t>胡均曄 資工二甲</a:t>
            </a:r>
          </a:p>
          <a:p>
            <a:r>
              <a:rPr lang="en-US" altLang="zh-TW" sz="2400" dirty="0"/>
              <a:t>1110932026</a:t>
            </a:r>
            <a:r>
              <a:rPr lang="zh-TW" altLang="en-US" sz="2400" dirty="0"/>
              <a:t>陳柏翰 資工二甲</a:t>
            </a:r>
            <a:endParaRPr lang="zh-TW" altLang="en-US" dirty="0"/>
          </a:p>
        </p:txBody>
      </p:sp>
      <p:sp>
        <p:nvSpPr>
          <p:cNvPr id="19" name="Date Placeholder 4">
            <a:extLst>
              <a:ext uri="{FF2B5EF4-FFF2-40B4-BE49-F238E27FC236}">
                <a16:creationId xmlns:a16="http://schemas.microsoft.com/office/drawing/2014/main" id="{6739BBC1-1FB2-4F75-B25A-9EB9A5C925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4B4E0B6A-E6B6-44EB-92C6-B1EDD7A0CF53}" type="datetime1">
              <a:rPr lang="zh-TW" altLang="en-US" smtClean="0"/>
              <a:pPr rtl="0">
                <a:spcAft>
                  <a:spcPts val="600"/>
                </a:spcAft>
              </a:pPr>
              <a:t>2022/1/11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87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0AF533-04F9-4D29-9754-565FCB211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anchor="ctr">
            <a:normAutofit/>
          </a:bodyPr>
          <a:lstStyle/>
          <a:p>
            <a:r>
              <a:rPr lang="zh-TW" altLang="en-US" dirty="0"/>
              <a:t>網站架構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6D9C64E-B0EE-4BDE-A18C-AA1609005E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r>
              <a:rPr lang="en-US" altLang="zh-TW" dirty="0"/>
              <a:t>1.</a:t>
            </a:r>
            <a:r>
              <a:rPr lang="zh-TW" altLang="en-US" dirty="0"/>
              <a:t>主頁面</a:t>
            </a:r>
            <a:endParaRPr lang="en-US" altLang="zh-TW" dirty="0"/>
          </a:p>
          <a:p>
            <a:r>
              <a:rPr lang="en-US" altLang="zh-TW" dirty="0"/>
              <a:t>2.</a:t>
            </a:r>
            <a:r>
              <a:rPr lang="zh-TW" altLang="en-US" dirty="0"/>
              <a:t>資料分頁</a:t>
            </a:r>
            <a:r>
              <a:rPr lang="en-US" altLang="zh-TW" dirty="0"/>
              <a:t>:</a:t>
            </a:r>
          </a:p>
          <a:p>
            <a:r>
              <a:rPr lang="zh-TW" altLang="en-US" dirty="0"/>
              <a:t>團隊介紹、台中科大介紹、新科系資訊工程科介紹、資訊工程介紹、認識新五專、</a:t>
            </a:r>
            <a:r>
              <a:rPr lang="en-US" altLang="zh-TW" dirty="0"/>
              <a:t>P-TECH</a:t>
            </a:r>
            <a:r>
              <a:rPr lang="zh-TW" altLang="en-US" dirty="0"/>
              <a:t>介紹</a:t>
            </a:r>
            <a:endParaRPr lang="en-US" altLang="zh-TW" dirty="0"/>
          </a:p>
          <a:p>
            <a:r>
              <a:rPr lang="en-US" altLang="zh-TW" dirty="0"/>
              <a:t>3.</a:t>
            </a:r>
            <a:r>
              <a:rPr lang="zh-TW" altLang="en-US" dirty="0"/>
              <a:t>功能說明頁面</a:t>
            </a:r>
            <a:endParaRPr lang="en-US" altLang="zh-TW" dirty="0"/>
          </a:p>
          <a:p>
            <a:r>
              <a:rPr lang="en-US" altLang="zh-TW" dirty="0"/>
              <a:t>4.</a:t>
            </a:r>
            <a:r>
              <a:rPr lang="zh-TW" altLang="en-US" dirty="0"/>
              <a:t>意見回饋頁面</a:t>
            </a: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3C888F60-9A48-4622-97B6-454C62D66A0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547"/>
          <a:stretch/>
        </p:blipFill>
        <p:spPr>
          <a:xfrm>
            <a:off x="6410716" y="2076451"/>
            <a:ext cx="4856841" cy="3622672"/>
          </a:xfrm>
          <a:noFill/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F5B566A-56D0-4746-97F2-2AC5CCE1A2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10E378B1-F921-4DB6-A0B5-FBAB6D815817}" type="datetime1">
              <a:rPr lang="zh-TW" altLang="en-US" smtClean="0"/>
              <a:pPr rtl="0">
                <a:spcAft>
                  <a:spcPts val="600"/>
                </a:spcAft>
              </a:pPr>
              <a:t>2022/1/11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639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F4DCC4-E50E-4EDF-8A85-AB7621F8F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anchor="ctr">
            <a:normAutofit/>
          </a:bodyPr>
          <a:lstStyle/>
          <a:p>
            <a:r>
              <a:rPr lang="zh-TW" altLang="en-US" dirty="0"/>
              <a:t>主頁</a:t>
            </a:r>
          </a:p>
        </p:txBody>
      </p:sp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43C3E9F7-E055-4DC9-BAE4-AAD865B949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r>
              <a:rPr lang="en-US" altLang="zh-TW" dirty="0">
                <a:hlinkClick r:id="rId2"/>
              </a:rPr>
              <a:t>https://nutccsieandy.github.io/1110832098/%E7%A8%8B%E5%BC%8F%E8%AA%9E%E8%A8%80%E5%A0%B1%E5%91%8A.html</a:t>
            </a:r>
            <a:endParaRPr lang="zh-TW" altLang="en-US" dirty="0"/>
          </a:p>
        </p:txBody>
      </p:sp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22798055-1137-4BB5-AB74-F5F7A2D21E6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4083" y="2076450"/>
            <a:ext cx="4830233" cy="3622675"/>
          </a:xfrm>
        </p:spPr>
      </p:pic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FB349A5-761A-49B8-851C-C882898542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A0AA884-2339-4FDA-B838-711CBE37D2CE}" type="datetime1">
              <a:rPr lang="zh-TW" altLang="en-US" smtClean="0"/>
              <a:pPr rtl="0">
                <a:spcAft>
                  <a:spcPts val="600"/>
                </a:spcAft>
              </a:pPr>
              <a:t>2022/1/11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686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FD629E-0E8E-414F-871F-869F93196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anchor="ctr">
            <a:normAutofit/>
          </a:bodyPr>
          <a:lstStyle/>
          <a:p>
            <a:r>
              <a:rPr lang="zh-TW" altLang="en-US" dirty="0"/>
              <a:t>網站介紹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82A2B49-3030-493A-ACDF-72E941A99F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r>
              <a:rPr lang="en-US" altLang="zh-TW" dirty="0"/>
              <a:t>1.</a:t>
            </a:r>
            <a:r>
              <a:rPr lang="zh-TW" altLang="en-US" dirty="0"/>
              <a:t>使讀者認識台中科技大學的發展歷史</a:t>
            </a:r>
            <a:endParaRPr lang="en-US" altLang="zh-TW" dirty="0"/>
          </a:p>
          <a:p>
            <a:r>
              <a:rPr lang="en-US" altLang="zh-TW" dirty="0"/>
              <a:t>2.</a:t>
            </a:r>
            <a:r>
              <a:rPr lang="zh-TW" altLang="en-US" dirty="0"/>
              <a:t>使讀者能夠了解新科系之特色</a:t>
            </a:r>
            <a:endParaRPr lang="en-US" altLang="zh-TW" dirty="0"/>
          </a:p>
          <a:p>
            <a:r>
              <a:rPr lang="en-US" altLang="zh-TW" dirty="0"/>
              <a:t>3.</a:t>
            </a:r>
            <a:r>
              <a:rPr lang="zh-TW" altLang="en-US" dirty="0"/>
              <a:t>帶領讀者認識資訊工程</a:t>
            </a:r>
            <a:endParaRPr lang="en-US" altLang="zh-TW" dirty="0"/>
          </a:p>
          <a:p>
            <a:r>
              <a:rPr lang="en-US" altLang="zh-TW" dirty="0"/>
              <a:t>4.</a:t>
            </a:r>
            <a:r>
              <a:rPr lang="zh-TW" altLang="en-US" dirty="0"/>
              <a:t>認識其他學校的新五專特色</a:t>
            </a:r>
            <a:endParaRPr lang="en-US" altLang="zh-TW" dirty="0"/>
          </a:p>
          <a:p>
            <a:r>
              <a:rPr lang="en-US" altLang="zh-TW" dirty="0"/>
              <a:t>5.</a:t>
            </a:r>
            <a:r>
              <a:rPr lang="zh-TW" altLang="en-US" dirty="0"/>
              <a:t>認識</a:t>
            </a:r>
            <a:r>
              <a:rPr lang="en-US" altLang="zh-TW" dirty="0"/>
              <a:t>P-TECH</a:t>
            </a:r>
            <a:endParaRPr lang="zh-TW" altLang="en-US" dirty="0"/>
          </a:p>
        </p:txBody>
      </p:sp>
      <p:pic>
        <p:nvPicPr>
          <p:cNvPr id="6" name="圖片 5" descr="一張含有 文字, 書寫用具, 信箋, 鉛筆 的圖片&#10;&#10;自動產生的描述">
            <a:extLst>
              <a:ext uri="{FF2B5EF4-FFF2-40B4-BE49-F238E27FC236}">
                <a16:creationId xmlns:a16="http://schemas.microsoft.com/office/drawing/2014/main" id="{2A670F1A-B012-48D8-87BD-87157AB4A5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716" y="2108969"/>
            <a:ext cx="4856841" cy="3557636"/>
          </a:xfrm>
          <a:prstGeom prst="rect">
            <a:avLst/>
          </a:prstGeom>
          <a:noFill/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3DEFFC7-D7E5-4296-B878-16B8D9B866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10E378B1-F921-4DB6-A0B5-FBAB6D815817}" type="datetime1">
              <a:rPr lang="zh-TW" altLang="en-US" smtClean="0"/>
              <a:pPr rtl="0">
                <a:spcAft>
                  <a:spcPts val="600"/>
                </a:spcAft>
              </a:pPr>
              <a:t>2022/1/11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433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FBC7AA-768B-4135-886E-23578D977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/>
          <a:p>
            <a:r>
              <a:rPr lang="zh-TW" altLang="en-US" dirty="0"/>
              <a:t>主頁</a:t>
            </a:r>
          </a:p>
        </p:txBody>
      </p:sp>
      <p:pic>
        <p:nvPicPr>
          <p:cNvPr id="7" name="內容版面配置區 6" descr="一張含有 桌 的圖片&#10;&#10;自動產生的描述">
            <a:extLst>
              <a:ext uri="{FF2B5EF4-FFF2-40B4-BE49-F238E27FC236}">
                <a16:creationId xmlns:a16="http://schemas.microsoft.com/office/drawing/2014/main" id="{3EAE2683-4E29-45D5-90CC-F95D86CC3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5633" y="1586694"/>
            <a:ext cx="6411924" cy="3125812"/>
          </a:xfrm>
          <a:noFill/>
        </p:spPr>
      </p:pic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8C6D559-2AE8-4393-88BB-E8B472237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/>
          <a:p>
            <a:r>
              <a:rPr lang="en-US" altLang="zh-TW" dirty="0">
                <a:hlinkClick r:id="rId3"/>
              </a:rPr>
              <a:t>https://nutccsieandy.github.io/1110832098/%E7%A8%8B%E5%BC%8F%E8%AA%9E%E8%A8%80%E5%A0%B1%E5%91%8A.html</a:t>
            </a:r>
            <a:endParaRPr lang="en-US" altLang="zh-TW" dirty="0"/>
          </a:p>
          <a:p>
            <a:r>
              <a:rPr lang="zh-TW" altLang="en-US" dirty="0"/>
              <a:t>當查看其他分頁的時候</a:t>
            </a:r>
            <a:r>
              <a:rPr lang="en-US" altLang="zh-TW" dirty="0"/>
              <a:t>,</a:t>
            </a:r>
            <a:r>
              <a:rPr lang="zh-TW" altLang="en-US" dirty="0"/>
              <a:t>想回到首頁的時候</a:t>
            </a:r>
            <a:r>
              <a:rPr lang="en-US" altLang="zh-TW" dirty="0"/>
              <a:t>,</a:t>
            </a:r>
            <a:r>
              <a:rPr lang="zh-TW" altLang="en-US" dirty="0"/>
              <a:t>點選</a:t>
            </a:r>
            <a:r>
              <a:rPr lang="en-US" altLang="zh-TW" dirty="0"/>
              <a:t>NUTC-TECH</a:t>
            </a:r>
            <a:r>
              <a:rPr lang="zh-TW" altLang="en-US" dirty="0"/>
              <a:t>即可</a:t>
            </a:r>
            <a:endParaRPr lang="en-US" altLang="zh-TW" dirty="0"/>
          </a:p>
          <a:p>
            <a:endParaRPr lang="zh-TW" altLang="en-US" dirty="0"/>
          </a:p>
          <a:p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00C317-7167-41A8-8FAA-9D7DF453D4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A0AA884-2339-4FDA-B838-711CBE37D2CE}" type="datetime1">
              <a:rPr lang="zh-TW" altLang="en-US" smtClean="0"/>
              <a:pPr rtl="0">
                <a:spcAft>
                  <a:spcPts val="600"/>
                </a:spcAft>
              </a:pPr>
              <a:t>2022/1/11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975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FBC7AA-768B-4135-886E-23578D977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/>
          <a:p>
            <a:r>
              <a:rPr lang="zh-TW" altLang="en-US" dirty="0"/>
              <a:t>團隊介紹</a:t>
            </a:r>
          </a:p>
        </p:txBody>
      </p:sp>
      <p:pic>
        <p:nvPicPr>
          <p:cNvPr id="7" name="內容版面配置區 6" descr="一張含有 桌 的圖片&#10;&#10;自動產生的描述">
            <a:extLst>
              <a:ext uri="{FF2B5EF4-FFF2-40B4-BE49-F238E27FC236}">
                <a16:creationId xmlns:a16="http://schemas.microsoft.com/office/drawing/2014/main" id="{3EAE2683-4E29-45D5-90CC-F95D86CC3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5633" y="1586694"/>
            <a:ext cx="6411924" cy="3125812"/>
          </a:xfrm>
          <a:noFill/>
        </p:spPr>
      </p:pic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8C6D559-2AE8-4393-88BB-E8B472237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/>
          <a:p>
            <a:r>
              <a:rPr lang="en-US" altLang="zh-TW" dirty="0">
                <a:hlinkClick r:id="rId3"/>
              </a:rPr>
              <a:t>https://nutccsieandy.github.io/1110832098/%E7%A8%8B%E5%BC%8F%E8%AA%9E%E8%A8%80%E5%A0%B1%E5%91%8A.html</a:t>
            </a:r>
            <a:endParaRPr lang="en-US" altLang="zh-TW" dirty="0"/>
          </a:p>
          <a:p>
            <a:r>
              <a:rPr lang="zh-TW" altLang="en-US" dirty="0">
                <a:solidFill>
                  <a:srgbClr val="FFFFFF"/>
                </a:solidFill>
              </a:rPr>
              <a:t>介紹關於此次網頁開發的工作人員</a:t>
            </a:r>
            <a:r>
              <a:rPr lang="en-US" altLang="zh-TW" dirty="0">
                <a:solidFill>
                  <a:srgbClr val="FFFFFF"/>
                </a:solidFill>
              </a:rPr>
              <a:t>,</a:t>
            </a:r>
            <a:r>
              <a:rPr lang="zh-TW" altLang="en-US" dirty="0">
                <a:solidFill>
                  <a:srgbClr val="FFFFFF"/>
                </a:solidFill>
              </a:rPr>
              <a:t>及團隊分工</a:t>
            </a:r>
            <a:r>
              <a:rPr lang="en-US" altLang="zh-TW" dirty="0">
                <a:solidFill>
                  <a:srgbClr val="FFFFFF"/>
                </a:solidFill>
              </a:rPr>
              <a:t>,</a:t>
            </a:r>
            <a:r>
              <a:rPr lang="zh-TW" altLang="en-US" dirty="0">
                <a:solidFill>
                  <a:srgbClr val="FFFFFF"/>
                </a:solidFill>
              </a:rPr>
              <a:t>以及團隊組成的初衷和目的</a:t>
            </a:r>
            <a:endParaRPr lang="en-US" altLang="zh-TW" sz="1200" dirty="0">
              <a:solidFill>
                <a:srgbClr val="FFFFFF"/>
              </a:solidFill>
            </a:endParaRPr>
          </a:p>
          <a:p>
            <a:endParaRPr lang="zh-TW" altLang="en-US" dirty="0"/>
          </a:p>
          <a:p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00C317-7167-41A8-8FAA-9D7DF453D4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A0AA884-2339-4FDA-B838-711CBE37D2CE}" type="datetime1">
              <a:rPr lang="zh-TW" altLang="en-US" smtClean="0"/>
              <a:pPr rtl="0">
                <a:spcAft>
                  <a:spcPts val="600"/>
                </a:spcAft>
              </a:pPr>
              <a:t>2022/1/11</a:t>
            </a:fld>
            <a:endParaRPr 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9D6F427-BED7-4979-BC99-58A0888A7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2606" y="1707294"/>
            <a:ext cx="1448447" cy="1448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976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FBC7AA-768B-4135-886E-23578D977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/>
          <a:p>
            <a:r>
              <a:rPr lang="zh-TW" altLang="en-US" dirty="0"/>
              <a:t>台中科大介紹</a:t>
            </a:r>
          </a:p>
        </p:txBody>
      </p:sp>
      <p:pic>
        <p:nvPicPr>
          <p:cNvPr id="7" name="內容版面配置區 6" descr="一張含有 桌 的圖片&#10;&#10;自動產生的描述">
            <a:extLst>
              <a:ext uri="{FF2B5EF4-FFF2-40B4-BE49-F238E27FC236}">
                <a16:creationId xmlns:a16="http://schemas.microsoft.com/office/drawing/2014/main" id="{3EAE2683-4E29-45D5-90CC-F95D86CC3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5633" y="1586694"/>
            <a:ext cx="6411924" cy="3125812"/>
          </a:xfrm>
          <a:noFill/>
        </p:spPr>
      </p:pic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8C6D559-2AE8-4393-88BB-E8B472237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/>
          <a:p>
            <a:r>
              <a:rPr lang="en-US" altLang="zh-TW" dirty="0">
                <a:hlinkClick r:id="rId3"/>
              </a:rPr>
              <a:t>https://nutccsieandy.github.io/1110832098/%E7%A8%8B%E5%BC%8F%E8%AA%9E%E8%A8%80%E5%A0%B1%E5%91%8A.html</a:t>
            </a:r>
            <a:endParaRPr lang="en-US" altLang="zh-TW" dirty="0"/>
          </a:p>
          <a:p>
            <a:r>
              <a:rPr lang="zh-TW" altLang="en-US" dirty="0">
                <a:solidFill>
                  <a:srgbClr val="FFFFFF"/>
                </a:solidFill>
              </a:rPr>
              <a:t>介紹關於台中科技大學的校園師資</a:t>
            </a:r>
            <a:r>
              <a:rPr lang="en-US" altLang="zh-TW" dirty="0">
                <a:solidFill>
                  <a:srgbClr val="FFFFFF"/>
                </a:solidFill>
              </a:rPr>
              <a:t>,</a:t>
            </a:r>
            <a:r>
              <a:rPr lang="zh-TW" altLang="en-US" dirty="0">
                <a:solidFill>
                  <a:srgbClr val="FFFFFF"/>
                </a:solidFill>
              </a:rPr>
              <a:t>景色和建築物</a:t>
            </a:r>
            <a:r>
              <a:rPr lang="en-US" altLang="zh-TW" dirty="0">
                <a:solidFill>
                  <a:srgbClr val="FFFFFF"/>
                </a:solidFill>
              </a:rPr>
              <a:t>,</a:t>
            </a:r>
            <a:r>
              <a:rPr lang="zh-TW" altLang="en-US" dirty="0">
                <a:solidFill>
                  <a:srgbClr val="FFFFFF"/>
                </a:solidFill>
              </a:rPr>
              <a:t>以及學校校史</a:t>
            </a:r>
            <a:endParaRPr lang="en-US" altLang="zh-TW" dirty="0">
              <a:solidFill>
                <a:srgbClr val="FFFFFF"/>
              </a:solidFill>
            </a:endParaRPr>
          </a:p>
          <a:p>
            <a:endParaRPr lang="zh-TW" altLang="en-US" dirty="0"/>
          </a:p>
          <a:p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00C317-7167-41A8-8FAA-9D7DF453D4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A0AA884-2339-4FDA-B838-711CBE37D2CE}" type="datetime1">
              <a:rPr lang="zh-TW" altLang="en-US" smtClean="0"/>
              <a:pPr rtl="0">
                <a:spcAft>
                  <a:spcPts val="600"/>
                </a:spcAft>
              </a:pPr>
              <a:t>2022/1/11</a:t>
            </a:fld>
            <a:endParaRPr 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9D6F427-BED7-4979-BC99-58A0888A7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2936" y="1707294"/>
            <a:ext cx="1448447" cy="1448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852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FBC7AA-768B-4135-886E-23578D977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/>
          <a:p>
            <a:r>
              <a:rPr lang="zh-TW" altLang="en-US" dirty="0"/>
              <a:t>新科系資訊工程科</a:t>
            </a:r>
            <a:br>
              <a:rPr lang="en-US" altLang="zh-TW" dirty="0"/>
            </a:br>
            <a:r>
              <a:rPr lang="zh-TW" altLang="en-US" dirty="0"/>
              <a:t>介紹</a:t>
            </a:r>
          </a:p>
        </p:txBody>
      </p:sp>
      <p:pic>
        <p:nvPicPr>
          <p:cNvPr id="7" name="內容版面配置區 6" descr="一張含有 桌 的圖片&#10;&#10;自動產生的描述">
            <a:extLst>
              <a:ext uri="{FF2B5EF4-FFF2-40B4-BE49-F238E27FC236}">
                <a16:creationId xmlns:a16="http://schemas.microsoft.com/office/drawing/2014/main" id="{3EAE2683-4E29-45D5-90CC-F95D86CC3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5633" y="1586694"/>
            <a:ext cx="6411924" cy="3125812"/>
          </a:xfrm>
          <a:noFill/>
        </p:spPr>
      </p:pic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8C6D559-2AE8-4393-88BB-E8B472237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/>
          <a:p>
            <a:r>
              <a:rPr lang="en-US" altLang="zh-TW" dirty="0">
                <a:hlinkClick r:id="rId3"/>
              </a:rPr>
              <a:t>https://nutccsieandy.github.io/1110832098/%E7%A8%8B%E5%BC%8F%E8%AA%9E%E8%A8%80%E5%A0%B1%E5%91%8A.html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00C317-7167-41A8-8FAA-9D7DF453D4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A0AA884-2339-4FDA-B838-711CBE37D2CE}" type="datetime1">
              <a:rPr lang="zh-TW" altLang="en-US" smtClean="0"/>
              <a:pPr rtl="0">
                <a:spcAft>
                  <a:spcPts val="600"/>
                </a:spcAft>
              </a:pPr>
              <a:t>2022/1/11</a:t>
            </a:fld>
            <a:endParaRPr 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9D6F427-BED7-4979-BC99-58A0888A7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922" y="1760304"/>
            <a:ext cx="1194932" cy="119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076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FBC7AA-768B-4135-886E-23578D977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/>
          <a:p>
            <a:r>
              <a:rPr lang="zh-TW" altLang="en-US" dirty="0"/>
              <a:t>認識資訊工程</a:t>
            </a:r>
          </a:p>
        </p:txBody>
      </p:sp>
      <p:pic>
        <p:nvPicPr>
          <p:cNvPr id="7" name="內容版面配置區 6" descr="一張含有 桌 的圖片&#10;&#10;自動產生的描述">
            <a:extLst>
              <a:ext uri="{FF2B5EF4-FFF2-40B4-BE49-F238E27FC236}">
                <a16:creationId xmlns:a16="http://schemas.microsoft.com/office/drawing/2014/main" id="{3EAE2683-4E29-45D5-90CC-F95D86CC3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5633" y="1586694"/>
            <a:ext cx="6411924" cy="3125812"/>
          </a:xfrm>
          <a:noFill/>
        </p:spPr>
      </p:pic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8C6D559-2AE8-4393-88BB-E8B472237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/>
          <a:p>
            <a:r>
              <a:rPr lang="en-US" altLang="zh-TW" dirty="0">
                <a:hlinkClick r:id="rId3"/>
              </a:rPr>
              <a:t>https://nutccsieandy.github.io/1110832098/%E7%A8%8B%E5%BC%8F%E8%AA%9E%E8%A8%80%E5%A0%B1%E5%91%8A.html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00C317-7167-41A8-8FAA-9D7DF453D4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A0AA884-2339-4FDA-B838-711CBE37D2CE}" type="datetime1">
              <a:rPr lang="zh-TW" altLang="en-US" smtClean="0"/>
              <a:pPr rtl="0">
                <a:spcAft>
                  <a:spcPts val="600"/>
                </a:spcAft>
              </a:pPr>
              <a:t>2022/1/11</a:t>
            </a:fld>
            <a:endParaRPr 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9D6F427-BED7-4979-BC99-58A0888A7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6904" y="1782391"/>
            <a:ext cx="1194932" cy="119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477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FBC7AA-768B-4135-886E-23578D977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78" y="618434"/>
            <a:ext cx="3706889" cy="1821918"/>
          </a:xfrm>
        </p:spPr>
        <p:txBody>
          <a:bodyPr anchor="b">
            <a:normAutofit/>
          </a:bodyPr>
          <a:lstStyle/>
          <a:p>
            <a:r>
              <a:rPr lang="zh-TW" altLang="en-US" dirty="0"/>
              <a:t>認識新五專</a:t>
            </a:r>
          </a:p>
        </p:txBody>
      </p:sp>
      <p:pic>
        <p:nvPicPr>
          <p:cNvPr id="7" name="內容版面配置區 6" descr="一張含有 桌 的圖片&#10;&#10;自動產生的描述">
            <a:extLst>
              <a:ext uri="{FF2B5EF4-FFF2-40B4-BE49-F238E27FC236}">
                <a16:creationId xmlns:a16="http://schemas.microsoft.com/office/drawing/2014/main" id="{3EAE2683-4E29-45D5-90CC-F95D86CC3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5633" y="1586694"/>
            <a:ext cx="6411924" cy="3125812"/>
          </a:xfrm>
          <a:noFill/>
        </p:spPr>
      </p:pic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8C6D559-2AE8-4393-88BB-E8B472237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/>
          <a:p>
            <a:r>
              <a:rPr lang="en-US" altLang="zh-TW" dirty="0">
                <a:hlinkClick r:id="rId3"/>
              </a:rPr>
              <a:t>https://nutccsieandy.github.io/1110832098/%E7%A8%8B%E5%BC%8F%E8%AA%9E%E8%A8%80%E5%A0%B1%E5%91%8A.html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00C317-7167-41A8-8FAA-9D7DF453D4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A0AA884-2339-4FDA-B838-711CBE37D2CE}" type="datetime1">
              <a:rPr lang="zh-TW" altLang="en-US" smtClean="0"/>
              <a:pPr rtl="0">
                <a:spcAft>
                  <a:spcPts val="600"/>
                </a:spcAft>
              </a:pPr>
              <a:t>2022/1/11</a:t>
            </a:fld>
            <a:endParaRPr 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9D6F427-BED7-4979-BC99-58A0888A7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6748" y="1747052"/>
            <a:ext cx="1194932" cy="119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362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FBC7AA-768B-4135-886E-23578D977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78" y="618434"/>
            <a:ext cx="3706889" cy="1821918"/>
          </a:xfrm>
        </p:spPr>
        <p:txBody>
          <a:bodyPr anchor="b">
            <a:normAutofit/>
          </a:bodyPr>
          <a:lstStyle/>
          <a:p>
            <a:r>
              <a:rPr lang="en-US" altLang="zh-TW" dirty="0"/>
              <a:t>P-TECH</a:t>
            </a:r>
            <a:r>
              <a:rPr lang="zh-TW" altLang="en-US" dirty="0"/>
              <a:t>介紹</a:t>
            </a:r>
          </a:p>
        </p:txBody>
      </p:sp>
      <p:pic>
        <p:nvPicPr>
          <p:cNvPr id="7" name="內容版面配置區 6" descr="一張含有 桌 的圖片&#10;&#10;自動產生的描述">
            <a:extLst>
              <a:ext uri="{FF2B5EF4-FFF2-40B4-BE49-F238E27FC236}">
                <a16:creationId xmlns:a16="http://schemas.microsoft.com/office/drawing/2014/main" id="{3EAE2683-4E29-45D5-90CC-F95D86CC3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5633" y="1586694"/>
            <a:ext cx="6411924" cy="3125812"/>
          </a:xfrm>
          <a:noFill/>
        </p:spPr>
      </p:pic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8C6D559-2AE8-4393-88BB-E8B472237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/>
          <a:p>
            <a:r>
              <a:rPr lang="en-US" altLang="zh-TW" dirty="0">
                <a:hlinkClick r:id="rId3"/>
              </a:rPr>
              <a:t>https://nutccsieandy.github.io/1110832098/%E7%A8%8B%E5%BC%8F%E8%AA%9E%E8%A8%80%E5%A0%B1%E5%91%8A.html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00C317-7167-41A8-8FAA-9D7DF453D4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A0AA884-2339-4FDA-B838-711CBE37D2CE}" type="datetime1">
              <a:rPr lang="zh-TW" altLang="en-US" smtClean="0"/>
              <a:pPr rtl="0">
                <a:spcAft>
                  <a:spcPts val="600"/>
                </a:spcAft>
              </a:pPr>
              <a:t>2022/1/11</a:t>
            </a:fld>
            <a:endParaRPr 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9D6F427-BED7-4979-BC99-58A0888A7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475" y="1754901"/>
            <a:ext cx="1194932" cy="119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542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FBC7AA-768B-4135-886E-23578D977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78" y="618434"/>
            <a:ext cx="3706889" cy="1821918"/>
          </a:xfrm>
        </p:spPr>
        <p:txBody>
          <a:bodyPr anchor="b">
            <a:normAutofit/>
          </a:bodyPr>
          <a:lstStyle/>
          <a:p>
            <a:r>
              <a:rPr lang="zh-TW" altLang="en-US" dirty="0"/>
              <a:t>問卷與聯絡我們</a:t>
            </a:r>
          </a:p>
        </p:txBody>
      </p:sp>
      <p:pic>
        <p:nvPicPr>
          <p:cNvPr id="7" name="內容版面配置區 6" descr="一張含有 桌 的圖片&#10;&#10;自動產生的描述">
            <a:extLst>
              <a:ext uri="{FF2B5EF4-FFF2-40B4-BE49-F238E27FC236}">
                <a16:creationId xmlns:a16="http://schemas.microsoft.com/office/drawing/2014/main" id="{3EAE2683-4E29-45D5-90CC-F95D86CC3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5633" y="1586694"/>
            <a:ext cx="6411924" cy="3125812"/>
          </a:xfrm>
          <a:noFill/>
        </p:spPr>
      </p:pic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8C6D559-2AE8-4393-88BB-E8B472237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/>
          <a:p>
            <a:r>
              <a:rPr lang="en-US" altLang="zh-TW" dirty="0">
                <a:hlinkClick r:id="rId3"/>
              </a:rPr>
              <a:t>https://nutccsieandy.github.io/1110832098/%E7%A8%8B%E5%BC%8F%E8%AA%9E%E8%A8%80%E5%A0%B1%E5%91%8A.html</a:t>
            </a:r>
            <a:br>
              <a:rPr lang="en-US" altLang="zh-TW" dirty="0"/>
            </a:br>
            <a:r>
              <a:rPr lang="zh-TW" altLang="en-US" dirty="0">
                <a:solidFill>
                  <a:srgbClr val="FFFFFF"/>
                </a:solidFill>
              </a:rPr>
              <a:t>我們是採取</a:t>
            </a:r>
            <a:r>
              <a:rPr lang="en-US" altLang="zh-TW" dirty="0">
                <a:solidFill>
                  <a:srgbClr val="FFFFFF"/>
                </a:solidFill>
              </a:rPr>
              <a:t>GOOGLE</a:t>
            </a:r>
            <a:r>
              <a:rPr lang="zh-TW" altLang="en-US" dirty="0">
                <a:solidFill>
                  <a:srgbClr val="FFFFFF"/>
                </a:solidFill>
              </a:rPr>
              <a:t>表單的方式來與訪客做溝通如果訪客有發現</a:t>
            </a:r>
            <a:r>
              <a:rPr lang="en-US" altLang="zh-TW" dirty="0">
                <a:solidFill>
                  <a:srgbClr val="FFFFFF"/>
                </a:solidFill>
              </a:rPr>
              <a:t>BUG</a:t>
            </a:r>
            <a:r>
              <a:rPr lang="zh-TW" altLang="en-US" dirty="0">
                <a:solidFill>
                  <a:srgbClr val="FFFFFF"/>
                </a:solidFill>
              </a:rPr>
              <a:t>可以填取表單與我們聯絡</a:t>
            </a:r>
            <a:r>
              <a:rPr lang="en-US" altLang="zh-TW" dirty="0">
                <a:solidFill>
                  <a:srgbClr val="FFFFFF"/>
                </a:solidFill>
              </a:rPr>
              <a:t>,</a:t>
            </a:r>
            <a:r>
              <a:rPr lang="zh-TW" altLang="en-US" dirty="0">
                <a:solidFill>
                  <a:srgbClr val="FFFFFF"/>
                </a:solidFill>
              </a:rPr>
              <a:t>平台會盡快做出修正</a:t>
            </a:r>
            <a:endParaRPr lang="en-US" altLang="zh-TW" dirty="0">
              <a:solidFill>
                <a:srgbClr val="FFFFFF"/>
              </a:solidFill>
            </a:endParaRPr>
          </a:p>
          <a:p>
            <a:endParaRPr lang="zh-TW" altLang="en-US" dirty="0"/>
          </a:p>
          <a:p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00C317-7167-41A8-8FAA-9D7DF453D4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A0AA884-2339-4FDA-B838-711CBE37D2CE}" type="datetime1">
              <a:rPr lang="zh-TW" altLang="en-US" smtClean="0"/>
              <a:pPr rtl="0">
                <a:spcAft>
                  <a:spcPts val="600"/>
                </a:spcAft>
              </a:pPr>
              <a:t>2022/1/11</a:t>
            </a:fld>
            <a:endParaRPr 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9D6F427-BED7-4979-BC99-58A0888A7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6731" y="1778448"/>
            <a:ext cx="1194932" cy="119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345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FBC7AA-768B-4135-886E-23578D977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78" y="618434"/>
            <a:ext cx="3706889" cy="1821918"/>
          </a:xfrm>
        </p:spPr>
        <p:txBody>
          <a:bodyPr anchor="b">
            <a:normAutofit/>
          </a:bodyPr>
          <a:lstStyle/>
          <a:p>
            <a:r>
              <a:rPr lang="zh-TW" altLang="en-US" dirty="0"/>
              <a:t>網站功能說明</a:t>
            </a:r>
          </a:p>
        </p:txBody>
      </p:sp>
      <p:pic>
        <p:nvPicPr>
          <p:cNvPr id="7" name="內容版面配置區 6" descr="一張含有 桌 的圖片&#10;&#10;自動產生的描述">
            <a:extLst>
              <a:ext uri="{FF2B5EF4-FFF2-40B4-BE49-F238E27FC236}">
                <a16:creationId xmlns:a16="http://schemas.microsoft.com/office/drawing/2014/main" id="{3EAE2683-4E29-45D5-90CC-F95D86CC3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5633" y="1586694"/>
            <a:ext cx="6411924" cy="3125812"/>
          </a:xfrm>
          <a:noFill/>
        </p:spPr>
      </p:pic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8C6D559-2AE8-4393-88BB-E8B472237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/>
          <a:p>
            <a:r>
              <a:rPr lang="en-US" altLang="zh-TW" dirty="0">
                <a:hlinkClick r:id="rId3"/>
              </a:rPr>
              <a:t>https://nutccsieandy.github.io/1110832098/%E7%A8%8B%E5%BC%8F%E8%AA%9E%E8%A8%80%E5%A0%B1%E5%91%8A.html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00C317-7167-41A8-8FAA-9D7DF453D4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A0AA884-2339-4FDA-B838-711CBE37D2CE}" type="datetime1">
              <a:rPr lang="zh-TW" altLang="en-US" smtClean="0"/>
              <a:pPr rtl="0">
                <a:spcAft>
                  <a:spcPts val="600"/>
                </a:spcAft>
              </a:pPr>
              <a:t>2022/1/11</a:t>
            </a:fld>
            <a:endParaRPr 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9D6F427-BED7-4979-BC99-58A0888A7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2379" y="1782372"/>
            <a:ext cx="1194932" cy="119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217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F60748-A1C4-4385-B29C-B7681821D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anchor="ctr">
            <a:normAutofit/>
          </a:bodyPr>
          <a:lstStyle/>
          <a:p>
            <a:r>
              <a:rPr lang="zh-TW" altLang="en-US" dirty="0"/>
              <a:t>預期功能與目前功能</a:t>
            </a:r>
          </a:p>
        </p:txBody>
      </p:sp>
      <p:pic>
        <p:nvPicPr>
          <p:cNvPr id="6" name="內容版面配置區 5" descr="一張含有 文字, 電子用品, 顯示 的圖片&#10;&#10;自動產生的描述">
            <a:extLst>
              <a:ext uri="{FF2B5EF4-FFF2-40B4-BE49-F238E27FC236}">
                <a16:creationId xmlns:a16="http://schemas.microsoft.com/office/drawing/2014/main" id="{C2E1A030-BB00-43EB-B78E-53B29369BA0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588" b="1"/>
          <a:stretch/>
        </p:blipFill>
        <p:spPr>
          <a:xfrm>
            <a:off x="913795" y="2076450"/>
            <a:ext cx="4856841" cy="3622671"/>
          </a:xfrm>
          <a:noFill/>
        </p:spPr>
      </p:pic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10B207E-1896-4183-A044-54E450C62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marL="36900" indent="0">
              <a:lnSpc>
                <a:spcPct val="100000"/>
              </a:lnSpc>
              <a:buNone/>
            </a:pPr>
            <a:r>
              <a:rPr lang="zh-TW" altLang="en-US" sz="1800" dirty="0"/>
              <a:t>目前功能</a:t>
            </a:r>
            <a:r>
              <a:rPr lang="en-US" altLang="zh-TW" sz="1800" dirty="0"/>
              <a:t>:</a:t>
            </a:r>
          </a:p>
          <a:p>
            <a:pPr marL="36900" indent="0">
              <a:lnSpc>
                <a:spcPct val="100000"/>
              </a:lnSpc>
              <a:buNone/>
            </a:pPr>
            <a:r>
              <a:rPr lang="zh-TW" altLang="en-US" sz="1800" dirty="0"/>
              <a:t>回首頁、無底線型態連結點、問卷回饋連結</a:t>
            </a:r>
            <a:endParaRPr lang="en-US" altLang="zh-TW" sz="1800" dirty="0"/>
          </a:p>
          <a:p>
            <a:pPr marL="36900" indent="0">
              <a:lnSpc>
                <a:spcPct val="100000"/>
              </a:lnSpc>
              <a:buNone/>
            </a:pPr>
            <a:r>
              <a:rPr lang="zh-TW" altLang="en-US" sz="1800" dirty="0"/>
              <a:t>預期功能</a:t>
            </a:r>
            <a:r>
              <a:rPr lang="en-US" altLang="zh-TW" sz="1800" dirty="0"/>
              <a:t>:</a:t>
            </a:r>
          </a:p>
          <a:p>
            <a:pPr marL="36900" indent="0">
              <a:lnSpc>
                <a:spcPct val="100000"/>
              </a:lnSpc>
              <a:buNone/>
            </a:pPr>
            <a:r>
              <a:rPr lang="zh-TW" altLang="en-US" sz="1800" dirty="0"/>
              <a:t>崁入式動態相簿、響應式網頁</a:t>
            </a:r>
            <a:r>
              <a:rPr lang="en-US" altLang="zh-TW" sz="1800" dirty="0"/>
              <a:t>(</a:t>
            </a:r>
            <a:r>
              <a:rPr lang="zh-TW" altLang="en-US" sz="1800" dirty="0"/>
              <a:t>像素小於</a:t>
            </a:r>
            <a:r>
              <a:rPr lang="en-US" altLang="zh-TW" sz="1800" dirty="0"/>
              <a:t>768px</a:t>
            </a:r>
            <a:r>
              <a:rPr lang="zh-TW" altLang="en-US" sz="1800" dirty="0"/>
              <a:t>則將分頁標前收納</a:t>
            </a:r>
            <a:r>
              <a:rPr lang="en-US" altLang="zh-TW" sz="1800" dirty="0"/>
              <a:t>)</a:t>
            </a:r>
            <a:r>
              <a:rPr lang="zh-TW" altLang="en-US" sz="1800" dirty="0"/>
              <a:t>、次標籤收納</a:t>
            </a:r>
            <a:endParaRPr lang="en-US" altLang="zh-TW" sz="1800" dirty="0"/>
          </a:p>
          <a:p>
            <a:pPr marL="36900" indent="0">
              <a:lnSpc>
                <a:spcPct val="100000"/>
              </a:lnSpc>
              <a:buNone/>
            </a:pPr>
            <a:r>
              <a:rPr lang="zh-TW" altLang="en-US" sz="1800" dirty="0"/>
              <a:t>參考範例</a:t>
            </a:r>
            <a:r>
              <a:rPr lang="en-US" altLang="zh-TW" sz="1800" dirty="0"/>
              <a:t>:</a:t>
            </a:r>
          </a:p>
          <a:p>
            <a:pPr marL="36900" indent="0">
              <a:lnSpc>
                <a:spcPct val="100000"/>
              </a:lnSpc>
              <a:buNone/>
            </a:pPr>
            <a:r>
              <a:rPr lang="en-US" altLang="zh-TW" sz="1800" dirty="0">
                <a:hlinkClick r:id="rId3"/>
              </a:rPr>
              <a:t>https://ioh.tw/</a:t>
            </a:r>
            <a:endParaRPr lang="en-US" altLang="zh-TW" sz="1800" dirty="0"/>
          </a:p>
          <a:p>
            <a:pPr marL="36900" indent="0">
              <a:lnSpc>
                <a:spcPct val="100000"/>
              </a:lnSpc>
              <a:buNone/>
            </a:pPr>
            <a:r>
              <a:rPr lang="en-US" altLang="zh-TW" sz="1800" dirty="0">
                <a:hlinkClick r:id="rId4"/>
              </a:rPr>
              <a:t>https://www.ptech.org/tw/</a:t>
            </a:r>
            <a:endParaRPr lang="en-US" altLang="zh-TW" sz="1800" dirty="0"/>
          </a:p>
          <a:p>
            <a:pPr marL="36900" indent="0">
              <a:lnSpc>
                <a:spcPct val="100000"/>
              </a:lnSpc>
              <a:buNone/>
            </a:pPr>
            <a:endParaRPr lang="zh-TW" altLang="en-US" sz="1800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BDC2E24-FD2E-4647-95B4-71F4198AA4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10E378B1-F921-4DB6-A0B5-FBAB6D815817}" type="datetime1">
              <a:rPr lang="zh-TW" altLang="en-US" smtClean="0"/>
              <a:pPr rtl="0">
                <a:spcAft>
                  <a:spcPts val="600"/>
                </a:spcAft>
              </a:pPr>
              <a:t>2022/1/11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6962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C55DD2-E110-4C6F-88A2-9D4B930F0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anchor="ctr">
            <a:normAutofit/>
          </a:bodyPr>
          <a:lstStyle/>
          <a:p>
            <a:r>
              <a:rPr lang="zh-TW" altLang="en-US" dirty="0"/>
              <a:t>目標與願景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1D1A416-580D-4855-81CB-B1F1E7E51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r>
              <a:rPr lang="en-US" altLang="zh-TW" dirty="0"/>
              <a:t>1.</a:t>
            </a:r>
            <a:r>
              <a:rPr lang="zh-TW" altLang="en-US" dirty="0"/>
              <a:t>提高資料完整性</a:t>
            </a:r>
            <a:endParaRPr lang="en-US" altLang="zh-TW" dirty="0"/>
          </a:p>
          <a:p>
            <a:r>
              <a:rPr lang="en-US" altLang="zh-TW" dirty="0"/>
              <a:t>2.</a:t>
            </a:r>
            <a:r>
              <a:rPr lang="zh-TW" altLang="en-US" dirty="0"/>
              <a:t>新增更多互動功能</a:t>
            </a:r>
            <a:endParaRPr lang="en-US" altLang="zh-TW" dirty="0"/>
          </a:p>
          <a:p>
            <a:r>
              <a:rPr lang="en-US" altLang="zh-TW" dirty="0"/>
              <a:t>3.</a:t>
            </a:r>
            <a:r>
              <a:rPr lang="zh-TW" altLang="en-US" dirty="0"/>
              <a:t>美化網頁版面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11BEFAF-BCDB-4968-BEE1-4C2B62266B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7296611" y="1722839"/>
            <a:ext cx="3085052" cy="4329896"/>
          </a:xfrm>
          <a:prstGeom prst="rect">
            <a:avLst/>
          </a:prstGeom>
          <a:noFill/>
          <a:effectLst>
            <a:outerShdw blurRad="38100" dist="25400" dir="4440000">
              <a:srgbClr val="000000">
                <a:alpha val="36000"/>
              </a:srgbClr>
            </a:outerShdw>
          </a:effectLst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5239153-7D49-4054-AC3F-C922A9D29F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10E378B1-F921-4DB6-A0B5-FBAB6D815817}" type="datetime1">
              <a:rPr lang="zh-TW" altLang="en-US" smtClean="0"/>
              <a:pPr rtl="0">
                <a:spcAft>
                  <a:spcPts val="600"/>
                </a:spcAft>
              </a:pPr>
              <a:t>2022/1/11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7716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71_TF12214701.potx" id="{BBB82F21-1842-44D0-B484-A888AAEB2B95}" vid="{768734AE-C4ED-4AF4-A856-0C4CCDE3A921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{D58CEC42-55D8-40B7-911E-04B2CF87FA9E}tf12214701_win32</Template>
  <TotalTime>176</TotalTime>
  <Words>833</Words>
  <Application>Microsoft Office PowerPoint</Application>
  <PresentationFormat>寬螢幕</PresentationFormat>
  <Paragraphs>85</Paragraphs>
  <Slides>18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3" baseType="lpstr">
      <vt:lpstr>MingLiu</vt:lpstr>
      <vt:lpstr>Calibri</vt:lpstr>
      <vt:lpstr>Goudy Old Style</vt:lpstr>
      <vt:lpstr>Wingdings 2</vt:lpstr>
      <vt:lpstr>SlateVTI</vt:lpstr>
      <vt:lpstr>程式語言報告</vt:lpstr>
      <vt:lpstr>小組介紹</vt:lpstr>
      <vt:lpstr>工作分配</vt:lpstr>
      <vt:lpstr>組員名單</vt:lpstr>
      <vt:lpstr>網站架構</vt:lpstr>
      <vt:lpstr>主頁</vt:lpstr>
      <vt:lpstr>網站介紹</vt:lpstr>
      <vt:lpstr>主頁</vt:lpstr>
      <vt:lpstr>團隊介紹</vt:lpstr>
      <vt:lpstr>台中科大介紹</vt:lpstr>
      <vt:lpstr>新科系資訊工程科 介紹</vt:lpstr>
      <vt:lpstr>認識資訊工程</vt:lpstr>
      <vt:lpstr>認識新五專</vt:lpstr>
      <vt:lpstr>P-TECH介紹</vt:lpstr>
      <vt:lpstr>問卷與聯絡我們</vt:lpstr>
      <vt:lpstr>網站功能說明</vt:lpstr>
      <vt:lpstr>預期功能與目前功能</vt:lpstr>
      <vt:lpstr>目標與願景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程式語言報告</dc:title>
  <dc:creator>andy Chen</dc:creator>
  <cp:lastModifiedBy>andy Chen</cp:lastModifiedBy>
  <cp:revision>4</cp:revision>
  <dcterms:created xsi:type="dcterms:W3CDTF">2021-11-08T09:20:54Z</dcterms:created>
  <dcterms:modified xsi:type="dcterms:W3CDTF">2022-01-11T08:21:05Z</dcterms:modified>
</cp:coreProperties>
</file>