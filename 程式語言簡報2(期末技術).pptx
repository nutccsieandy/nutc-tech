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973" r:id="rId1"/>
  </p:sldMasterIdLst>
  <p:sldIdLst>
    <p:sldId id="256" r:id="rId2"/>
    <p:sldId id="267" r:id="rId3"/>
    <p:sldId id="266" r:id="rId4"/>
    <p:sldId id="268" r:id="rId5"/>
    <p:sldId id="265" r:id="rId6"/>
    <p:sldId id="257" r:id="rId7"/>
    <p:sldId id="258" r:id="rId8"/>
    <p:sldId id="259" r:id="rId9"/>
    <p:sldId id="260" r:id="rId10"/>
    <p:sldId id="262" r:id="rId11"/>
    <p:sldId id="261" r:id="rId12"/>
    <p:sldId id="263" r:id="rId13"/>
    <p:sldId id="264" r:id="rId14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F982FD2-F265-426D-8844-74AD8F59B7BF}" v="407" dt="2022-01-10T11:47:42.055"/>
    <p1510:client id="{A9FCF8FD-EF0A-44F8-BCAE-644E093715AB}" v="1582" dt="2022-01-10T11:31:34.093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973" autoAdjust="0"/>
    <p:restoredTop sz="94660"/>
  </p:normalViewPr>
  <p:slideViewPr>
    <p:cSldViewPr snapToGrid="0">
      <p:cViewPr varScale="1">
        <p:scale>
          <a:sx n="49" d="100"/>
          <a:sy n="49" d="100"/>
        </p:scale>
        <p:origin x="60" y="3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diagrams/_rels/data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hyperlink" Target="https://nutccsieandy.github.io/1110832098/" TargetMode="External"/><Relationship Id="rId5" Type="http://schemas.openxmlformats.org/officeDocument/2006/relationships/image" Target="../media/image5.svg"/><Relationship Id="rId4" Type="http://schemas.openxmlformats.org/officeDocument/2006/relationships/image" Target="../media/image4.png"/></Relationships>
</file>

<file path=ppt/diagrams/_rels/drawing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svg"/><Relationship Id="rId1" Type="http://schemas.openxmlformats.org/officeDocument/2006/relationships/image" Target="../media/image2.png"/><Relationship Id="rId5" Type="http://schemas.openxmlformats.org/officeDocument/2006/relationships/hyperlink" Target="https://nutccsieandy.github.io/1110832098/" TargetMode="External"/><Relationship Id="rId4" Type="http://schemas.openxmlformats.org/officeDocument/2006/relationships/image" Target="../media/image5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0_3">
  <dgm:title val=""/>
  <dgm:desc val=""/>
  <dgm:catLst>
    <dgm:cat type="mainScheme" pri="10300"/>
  </dgm:catLst>
  <dgm:styleLbl name="node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lignNode1">
    <dgm:fillClrLst meth="repeat">
      <a:schemeClr val="dk2"/>
    </dgm:fillClrLst>
    <dgm:linClrLst meth="repeat">
      <a:schemeClr val="dk2"/>
    </dgm:linClrLst>
    <dgm:effectClrLst/>
    <dgm:txLinClrLst/>
    <dgm:txFillClrLst/>
    <dgm:txEffectClrLst/>
  </dgm:styleLbl>
  <dgm:styleLbl name="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ln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vennNode1">
    <dgm:fillClrLst meth="repeat">
      <a:schemeClr val="dk2">
        <a:alpha val="50000"/>
      </a:schemeClr>
    </dgm:fillClrLst>
    <dgm:linClrLst meth="repeat">
      <a:schemeClr val="lt2"/>
    </dgm:linClrLst>
    <dgm:effectClrLst/>
    <dgm:txLinClrLst/>
    <dgm:txFillClrLst/>
    <dgm:txEffectClrLst/>
  </dgm:styleLbl>
  <dgm:styleLbl name="node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fgImgPlace1">
    <dgm:fillClrLst meth="repeat">
      <a:schemeClr val="dk2">
        <a:tint val="50000"/>
      </a:schemeClr>
    </dgm:fillClrLst>
    <dgm:linClrLst meth="repeat">
      <a:schemeClr val="lt2"/>
    </dgm:linClrLst>
    <dgm:effectClrLst/>
    <dgm:txLinClrLst/>
    <dgm:txFillClrLst meth="repeat">
      <a:schemeClr val="lt2"/>
    </dgm:txFillClrLst>
    <dgm:txEffectClrLst/>
  </dgm:styleLbl>
  <dgm:styleLbl name="align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bg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callout">
    <dgm:fillClrLst meth="repeat">
      <a:schemeClr val="dk2"/>
    </dgm:fillClrLst>
    <dgm:linClrLst meth="repeat">
      <a:schemeClr val="dk2">
        <a:tint val="50000"/>
      </a:schemeClr>
    </dgm:linClrLst>
    <dgm:effectClrLst/>
    <dgm:txLinClrLst/>
    <dgm:txFillClrLst meth="repeat">
      <a:schemeClr val="lt2"/>
    </dgm:txFillClrLst>
    <dgm:txEffectClrLst/>
  </dgm:styleLbl>
  <dgm:styleLbl name="asst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parCh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 meth="repeat">
      <a:schemeClr val="lt2"/>
    </dgm:txFillClrLst>
    <dgm:txEffectClrLst/>
  </dgm:styleLbl>
  <dgm:styleLbl name="parChTrans2D2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3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4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1D1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2">
        <a:alpha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dk2">
        <a:tint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2">
        <a:shade val="8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dk2">
        <a:tint val="50000"/>
        <a:alpha val="4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dk2">
        <a:tint val="60000"/>
      </a:schemeClr>
    </dgm:fillClrLst>
    <dgm:linClrLst meth="repeat">
      <a:schemeClr val="lt2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2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DE9C399B-CBC7-467E-8EA7-A83C9A442452}" type="doc">
      <dgm:prSet loTypeId="urn:microsoft.com/office/officeart/2008/layout/LinedList" loCatId="list" qsTypeId="urn:microsoft.com/office/officeart/2005/8/quickstyle/simple1" qsCatId="simple" csTypeId="urn:microsoft.com/office/officeart/2005/8/colors/colorful1" csCatId="colorful"/>
      <dgm:spPr/>
      <dgm:t>
        <a:bodyPr/>
        <a:lstStyle/>
        <a:p>
          <a:endParaRPr lang="en-US"/>
        </a:p>
      </dgm:t>
    </dgm:pt>
    <dgm:pt modelId="{4603B0CB-B8B8-4B71-9A89-C04EAF8DF5F5}">
      <dgm:prSet/>
      <dgm:spPr/>
      <dgm:t>
        <a:bodyPr/>
        <a:lstStyle/>
        <a:p>
          <a:r>
            <a:rPr lang="zh-TW" dirty="0"/>
            <a:t>1.</a:t>
          </a:r>
          <a:r>
            <a:rPr lang="zh-TW"/>
            <a:t>增加社會大眾對於五年制專科學校的認識</a:t>
          </a:r>
          <a:endParaRPr lang="en-US"/>
        </a:p>
      </dgm:t>
    </dgm:pt>
    <dgm:pt modelId="{F2FADF5F-C78D-4A2B-A29A-F181EF68E008}" type="parTrans" cxnId="{23329EDF-58B5-42C2-9197-861B8BE7094E}">
      <dgm:prSet/>
      <dgm:spPr/>
      <dgm:t>
        <a:bodyPr/>
        <a:lstStyle/>
        <a:p>
          <a:endParaRPr lang="en-US"/>
        </a:p>
      </dgm:t>
    </dgm:pt>
    <dgm:pt modelId="{D233031E-F1B9-4BE5-A99C-B2BFADF88C33}" type="sibTrans" cxnId="{23329EDF-58B5-42C2-9197-861B8BE7094E}">
      <dgm:prSet/>
      <dgm:spPr/>
      <dgm:t>
        <a:bodyPr/>
        <a:lstStyle/>
        <a:p>
          <a:endParaRPr lang="en-US"/>
        </a:p>
      </dgm:t>
    </dgm:pt>
    <dgm:pt modelId="{BF4B6A8E-7053-483C-9913-5E80A1FAF99A}">
      <dgm:prSet/>
      <dgm:spPr/>
      <dgm:t>
        <a:bodyPr/>
        <a:lstStyle/>
        <a:p>
          <a:r>
            <a:rPr lang="zh-TW" dirty="0"/>
            <a:t>2.</a:t>
          </a:r>
          <a:r>
            <a:rPr lang="zh-TW"/>
            <a:t>讓大家更加了解</a:t>
          </a:r>
          <a:r>
            <a:rPr lang="zh-TW" dirty="0"/>
            <a:t>P-TECH</a:t>
          </a:r>
          <a:r>
            <a:rPr lang="zh-TW"/>
            <a:t>創新學制的特色</a:t>
          </a:r>
          <a:endParaRPr lang="en-US"/>
        </a:p>
      </dgm:t>
    </dgm:pt>
    <dgm:pt modelId="{10F9FFB6-2B9E-4D8B-9E25-33999E4A6196}" type="parTrans" cxnId="{CB1E36A5-E64E-4EAC-BCA6-FE94D85B3686}">
      <dgm:prSet/>
      <dgm:spPr/>
      <dgm:t>
        <a:bodyPr/>
        <a:lstStyle/>
        <a:p>
          <a:endParaRPr lang="en-US"/>
        </a:p>
      </dgm:t>
    </dgm:pt>
    <dgm:pt modelId="{42856499-523A-493D-9B9E-016F3AEEE56C}" type="sibTrans" cxnId="{CB1E36A5-E64E-4EAC-BCA6-FE94D85B3686}">
      <dgm:prSet/>
      <dgm:spPr/>
      <dgm:t>
        <a:bodyPr/>
        <a:lstStyle/>
        <a:p>
          <a:endParaRPr lang="en-US"/>
        </a:p>
      </dgm:t>
    </dgm:pt>
    <dgm:pt modelId="{AC0CF450-4754-4FFE-8C2F-7D0AC676791C}">
      <dgm:prSet/>
      <dgm:spPr/>
      <dgm:t>
        <a:bodyPr/>
        <a:lstStyle/>
        <a:p>
          <a:r>
            <a:rPr lang="zh-TW" dirty="0"/>
            <a:t>3.</a:t>
          </a:r>
          <a:r>
            <a:rPr lang="zh-TW"/>
            <a:t>讓有心投入資訊工程的孩子了解資訊工程</a:t>
          </a:r>
          <a:endParaRPr lang="en-US"/>
        </a:p>
      </dgm:t>
    </dgm:pt>
    <dgm:pt modelId="{8373C128-B3AE-4997-8E9A-00754B5567DF}" type="parTrans" cxnId="{CEE0335C-A660-4881-990C-083D6749BA22}">
      <dgm:prSet/>
      <dgm:spPr/>
      <dgm:t>
        <a:bodyPr/>
        <a:lstStyle/>
        <a:p>
          <a:endParaRPr lang="en-US"/>
        </a:p>
      </dgm:t>
    </dgm:pt>
    <dgm:pt modelId="{82DEC8B5-6C3C-4C2B-9105-23833C349B28}" type="sibTrans" cxnId="{CEE0335C-A660-4881-990C-083D6749BA22}">
      <dgm:prSet/>
      <dgm:spPr/>
      <dgm:t>
        <a:bodyPr/>
        <a:lstStyle/>
        <a:p>
          <a:endParaRPr lang="en-US"/>
        </a:p>
      </dgm:t>
    </dgm:pt>
    <dgm:pt modelId="{5772608D-829C-4D59-A4C5-DD9D74D543B7}">
      <dgm:prSet/>
      <dgm:spPr/>
      <dgm:t>
        <a:bodyPr/>
        <a:lstStyle/>
        <a:p>
          <a:r>
            <a:rPr lang="zh-TW" dirty="0"/>
            <a:t>4.</a:t>
          </a:r>
          <a:r>
            <a:rPr lang="en-US" altLang="zh-TW" dirty="0">
              <a:latin typeface="Posterama"/>
            </a:rPr>
            <a:t>讓</a:t>
          </a:r>
          <a:r>
            <a:rPr lang="zh-TW"/>
            <a:t>讀者認識國立台中科技大學</a:t>
          </a:r>
          <a:endParaRPr lang="en-US"/>
        </a:p>
      </dgm:t>
    </dgm:pt>
    <dgm:pt modelId="{200D9C41-BD09-4399-BD23-8B688BA0D752}" type="parTrans" cxnId="{A7011548-8E28-43A6-B5A9-6513E166765C}">
      <dgm:prSet/>
      <dgm:spPr/>
      <dgm:t>
        <a:bodyPr/>
        <a:lstStyle/>
        <a:p>
          <a:endParaRPr lang="en-US"/>
        </a:p>
      </dgm:t>
    </dgm:pt>
    <dgm:pt modelId="{191895FC-6FC4-429D-9800-24B00FCF545B}" type="sibTrans" cxnId="{A7011548-8E28-43A6-B5A9-6513E166765C}">
      <dgm:prSet/>
      <dgm:spPr/>
      <dgm:t>
        <a:bodyPr/>
        <a:lstStyle/>
        <a:p>
          <a:endParaRPr lang="en-US"/>
        </a:p>
      </dgm:t>
    </dgm:pt>
    <dgm:pt modelId="{44079912-7479-4FF7-B1AC-C42A9177D9C7}">
      <dgm:prSet/>
      <dgm:spPr/>
      <dgm:t>
        <a:bodyPr/>
        <a:lstStyle/>
        <a:p>
          <a:r>
            <a:rPr lang="zh-TW" dirty="0"/>
            <a:t>5.</a:t>
          </a:r>
          <a:r>
            <a:rPr lang="en-US" altLang="zh-TW" dirty="0">
              <a:latin typeface="Posterama"/>
            </a:rPr>
            <a:t>讓</a:t>
          </a:r>
          <a:r>
            <a:rPr lang="zh-TW" altLang="en-US">
              <a:latin typeface="Posterama"/>
            </a:rPr>
            <a:t>大</a:t>
          </a:r>
          <a:r>
            <a:rPr lang="zh-TW"/>
            <a:t>家認識新五專</a:t>
          </a:r>
          <a:endParaRPr lang="en-US"/>
        </a:p>
      </dgm:t>
    </dgm:pt>
    <dgm:pt modelId="{75DCA24E-1A02-45CA-887D-07E3200EA4E9}" type="parTrans" cxnId="{B4C52120-92D8-49BC-B96B-E4D77B019C5F}">
      <dgm:prSet/>
      <dgm:spPr/>
      <dgm:t>
        <a:bodyPr/>
        <a:lstStyle/>
        <a:p>
          <a:endParaRPr lang="en-US"/>
        </a:p>
      </dgm:t>
    </dgm:pt>
    <dgm:pt modelId="{3F3DB800-68D5-40C4-B35B-E9DE8A96879D}" type="sibTrans" cxnId="{B4C52120-92D8-49BC-B96B-E4D77B019C5F}">
      <dgm:prSet/>
      <dgm:spPr/>
      <dgm:t>
        <a:bodyPr/>
        <a:lstStyle/>
        <a:p>
          <a:endParaRPr lang="en-US"/>
        </a:p>
      </dgm:t>
    </dgm:pt>
    <dgm:pt modelId="{9FE777B8-3EDE-4E7C-953F-2BA8850A17F4}" type="pres">
      <dgm:prSet presAssocID="{DE9C399B-CBC7-467E-8EA7-A83C9A442452}" presName="vert0" presStyleCnt="0">
        <dgm:presLayoutVars>
          <dgm:dir/>
          <dgm:animOne val="branch"/>
          <dgm:animLvl val="lvl"/>
        </dgm:presLayoutVars>
      </dgm:prSet>
      <dgm:spPr/>
    </dgm:pt>
    <dgm:pt modelId="{2E41CDD3-8367-41CD-850C-20617481C588}" type="pres">
      <dgm:prSet presAssocID="{4603B0CB-B8B8-4B71-9A89-C04EAF8DF5F5}" presName="thickLine" presStyleLbl="alignNode1" presStyleIdx="0" presStyleCnt="5"/>
      <dgm:spPr/>
    </dgm:pt>
    <dgm:pt modelId="{8E8DE323-6614-445D-9F5A-F96A7386C840}" type="pres">
      <dgm:prSet presAssocID="{4603B0CB-B8B8-4B71-9A89-C04EAF8DF5F5}" presName="horz1" presStyleCnt="0"/>
      <dgm:spPr/>
    </dgm:pt>
    <dgm:pt modelId="{8E089B6F-4997-4F9E-BF53-3C51E2DF3E8D}" type="pres">
      <dgm:prSet presAssocID="{4603B0CB-B8B8-4B71-9A89-C04EAF8DF5F5}" presName="tx1" presStyleLbl="revTx" presStyleIdx="0" presStyleCnt="5"/>
      <dgm:spPr/>
    </dgm:pt>
    <dgm:pt modelId="{D031DA1B-A660-4FF6-B5C4-4418A2CAB607}" type="pres">
      <dgm:prSet presAssocID="{4603B0CB-B8B8-4B71-9A89-C04EAF8DF5F5}" presName="vert1" presStyleCnt="0"/>
      <dgm:spPr/>
    </dgm:pt>
    <dgm:pt modelId="{844D4A97-162D-4BD0-B590-C15EEAA6F10F}" type="pres">
      <dgm:prSet presAssocID="{BF4B6A8E-7053-483C-9913-5E80A1FAF99A}" presName="thickLine" presStyleLbl="alignNode1" presStyleIdx="1" presStyleCnt="5"/>
      <dgm:spPr/>
    </dgm:pt>
    <dgm:pt modelId="{574D47DA-3901-4C2A-A85D-257F609BE43D}" type="pres">
      <dgm:prSet presAssocID="{BF4B6A8E-7053-483C-9913-5E80A1FAF99A}" presName="horz1" presStyleCnt="0"/>
      <dgm:spPr/>
    </dgm:pt>
    <dgm:pt modelId="{D2CE5361-9EDD-4AE8-AA02-DF6C8120E43C}" type="pres">
      <dgm:prSet presAssocID="{BF4B6A8E-7053-483C-9913-5E80A1FAF99A}" presName="tx1" presStyleLbl="revTx" presStyleIdx="1" presStyleCnt="5"/>
      <dgm:spPr/>
    </dgm:pt>
    <dgm:pt modelId="{68E1840E-E1F9-4BCD-95C9-AB875748B1CA}" type="pres">
      <dgm:prSet presAssocID="{BF4B6A8E-7053-483C-9913-5E80A1FAF99A}" presName="vert1" presStyleCnt="0"/>
      <dgm:spPr/>
    </dgm:pt>
    <dgm:pt modelId="{39D83DC6-F226-49F6-B161-68D573393F33}" type="pres">
      <dgm:prSet presAssocID="{AC0CF450-4754-4FFE-8C2F-7D0AC676791C}" presName="thickLine" presStyleLbl="alignNode1" presStyleIdx="2" presStyleCnt="5"/>
      <dgm:spPr/>
    </dgm:pt>
    <dgm:pt modelId="{3ABD2E4C-009D-4041-8549-F26949650221}" type="pres">
      <dgm:prSet presAssocID="{AC0CF450-4754-4FFE-8C2F-7D0AC676791C}" presName="horz1" presStyleCnt="0"/>
      <dgm:spPr/>
    </dgm:pt>
    <dgm:pt modelId="{D3DD14D0-53A4-4189-A381-AD89F7377998}" type="pres">
      <dgm:prSet presAssocID="{AC0CF450-4754-4FFE-8C2F-7D0AC676791C}" presName="tx1" presStyleLbl="revTx" presStyleIdx="2" presStyleCnt="5"/>
      <dgm:spPr/>
    </dgm:pt>
    <dgm:pt modelId="{C77DCC23-F971-4D38-AF90-3258972E40F7}" type="pres">
      <dgm:prSet presAssocID="{AC0CF450-4754-4FFE-8C2F-7D0AC676791C}" presName="vert1" presStyleCnt="0"/>
      <dgm:spPr/>
    </dgm:pt>
    <dgm:pt modelId="{4D41D575-D8F2-446C-8C26-068C2092AEA2}" type="pres">
      <dgm:prSet presAssocID="{5772608D-829C-4D59-A4C5-DD9D74D543B7}" presName="thickLine" presStyleLbl="alignNode1" presStyleIdx="3" presStyleCnt="5"/>
      <dgm:spPr/>
    </dgm:pt>
    <dgm:pt modelId="{925696D9-810D-4C6C-B033-536D029CDC36}" type="pres">
      <dgm:prSet presAssocID="{5772608D-829C-4D59-A4C5-DD9D74D543B7}" presName="horz1" presStyleCnt="0"/>
      <dgm:spPr/>
    </dgm:pt>
    <dgm:pt modelId="{7341B40A-05BE-4BDE-A9D0-80DAD5024714}" type="pres">
      <dgm:prSet presAssocID="{5772608D-829C-4D59-A4C5-DD9D74D543B7}" presName="tx1" presStyleLbl="revTx" presStyleIdx="3" presStyleCnt="5"/>
      <dgm:spPr/>
    </dgm:pt>
    <dgm:pt modelId="{A51274EB-AD4E-4981-8F20-D136C0E1BE10}" type="pres">
      <dgm:prSet presAssocID="{5772608D-829C-4D59-A4C5-DD9D74D543B7}" presName="vert1" presStyleCnt="0"/>
      <dgm:spPr/>
    </dgm:pt>
    <dgm:pt modelId="{3573710D-76FF-4AAB-8AE1-0D80991A46C1}" type="pres">
      <dgm:prSet presAssocID="{44079912-7479-4FF7-B1AC-C42A9177D9C7}" presName="thickLine" presStyleLbl="alignNode1" presStyleIdx="4" presStyleCnt="5"/>
      <dgm:spPr/>
    </dgm:pt>
    <dgm:pt modelId="{10D6421D-DAB4-447C-A399-C3EE5D776292}" type="pres">
      <dgm:prSet presAssocID="{44079912-7479-4FF7-B1AC-C42A9177D9C7}" presName="horz1" presStyleCnt="0"/>
      <dgm:spPr/>
    </dgm:pt>
    <dgm:pt modelId="{2B6FA1DB-5D1E-4752-867C-401EDED24540}" type="pres">
      <dgm:prSet presAssocID="{44079912-7479-4FF7-B1AC-C42A9177D9C7}" presName="tx1" presStyleLbl="revTx" presStyleIdx="4" presStyleCnt="5"/>
      <dgm:spPr/>
    </dgm:pt>
    <dgm:pt modelId="{20C8856F-86FD-43D8-ADA2-FB6A7BB5EE55}" type="pres">
      <dgm:prSet presAssocID="{44079912-7479-4FF7-B1AC-C42A9177D9C7}" presName="vert1" presStyleCnt="0"/>
      <dgm:spPr/>
    </dgm:pt>
  </dgm:ptLst>
  <dgm:cxnLst>
    <dgm:cxn modelId="{0E8E3605-ECCC-4E21-827A-E0C6469B4060}" type="presOf" srcId="{DE9C399B-CBC7-467E-8EA7-A83C9A442452}" destId="{9FE777B8-3EDE-4E7C-953F-2BA8850A17F4}" srcOrd="0" destOrd="0" presId="urn:microsoft.com/office/officeart/2008/layout/LinedList"/>
    <dgm:cxn modelId="{D4AC9F0A-3451-4F88-AE64-89934F1DEF97}" type="presOf" srcId="{44079912-7479-4FF7-B1AC-C42A9177D9C7}" destId="{2B6FA1DB-5D1E-4752-867C-401EDED24540}" srcOrd="0" destOrd="0" presId="urn:microsoft.com/office/officeart/2008/layout/LinedList"/>
    <dgm:cxn modelId="{B4C52120-92D8-49BC-B96B-E4D77B019C5F}" srcId="{DE9C399B-CBC7-467E-8EA7-A83C9A442452}" destId="{44079912-7479-4FF7-B1AC-C42A9177D9C7}" srcOrd="4" destOrd="0" parTransId="{75DCA24E-1A02-45CA-887D-07E3200EA4E9}" sibTransId="{3F3DB800-68D5-40C4-B35B-E9DE8A96879D}"/>
    <dgm:cxn modelId="{4811C640-ECD4-49CD-B451-2833FF18A6F8}" type="presOf" srcId="{BF4B6A8E-7053-483C-9913-5E80A1FAF99A}" destId="{D2CE5361-9EDD-4AE8-AA02-DF6C8120E43C}" srcOrd="0" destOrd="0" presId="urn:microsoft.com/office/officeart/2008/layout/LinedList"/>
    <dgm:cxn modelId="{CEE0335C-A660-4881-990C-083D6749BA22}" srcId="{DE9C399B-CBC7-467E-8EA7-A83C9A442452}" destId="{AC0CF450-4754-4FFE-8C2F-7D0AC676791C}" srcOrd="2" destOrd="0" parTransId="{8373C128-B3AE-4997-8E9A-00754B5567DF}" sibTransId="{82DEC8B5-6C3C-4C2B-9105-23833C349B28}"/>
    <dgm:cxn modelId="{A7011548-8E28-43A6-B5A9-6513E166765C}" srcId="{DE9C399B-CBC7-467E-8EA7-A83C9A442452}" destId="{5772608D-829C-4D59-A4C5-DD9D74D543B7}" srcOrd="3" destOrd="0" parTransId="{200D9C41-BD09-4399-BD23-8B688BA0D752}" sibTransId="{191895FC-6FC4-429D-9800-24B00FCF545B}"/>
    <dgm:cxn modelId="{CB1E36A5-E64E-4EAC-BCA6-FE94D85B3686}" srcId="{DE9C399B-CBC7-467E-8EA7-A83C9A442452}" destId="{BF4B6A8E-7053-483C-9913-5E80A1FAF99A}" srcOrd="1" destOrd="0" parTransId="{10F9FFB6-2B9E-4D8B-9E25-33999E4A6196}" sibTransId="{42856499-523A-493D-9B9E-016F3AEEE56C}"/>
    <dgm:cxn modelId="{23329EDF-58B5-42C2-9197-861B8BE7094E}" srcId="{DE9C399B-CBC7-467E-8EA7-A83C9A442452}" destId="{4603B0CB-B8B8-4B71-9A89-C04EAF8DF5F5}" srcOrd="0" destOrd="0" parTransId="{F2FADF5F-C78D-4A2B-A29A-F181EF68E008}" sibTransId="{D233031E-F1B9-4BE5-A99C-B2BFADF88C33}"/>
    <dgm:cxn modelId="{61334DE2-B897-457E-9DE5-1B0F2FBF1B09}" type="presOf" srcId="{AC0CF450-4754-4FFE-8C2F-7D0AC676791C}" destId="{D3DD14D0-53A4-4189-A381-AD89F7377998}" srcOrd="0" destOrd="0" presId="urn:microsoft.com/office/officeart/2008/layout/LinedList"/>
    <dgm:cxn modelId="{D36794F4-8F41-41E7-8B44-B45449871236}" type="presOf" srcId="{5772608D-829C-4D59-A4C5-DD9D74D543B7}" destId="{7341B40A-05BE-4BDE-A9D0-80DAD5024714}" srcOrd="0" destOrd="0" presId="urn:microsoft.com/office/officeart/2008/layout/LinedList"/>
    <dgm:cxn modelId="{2E7A13F6-E8BA-4761-BBE3-93E020077FD6}" type="presOf" srcId="{4603B0CB-B8B8-4B71-9A89-C04EAF8DF5F5}" destId="{8E089B6F-4997-4F9E-BF53-3C51E2DF3E8D}" srcOrd="0" destOrd="0" presId="urn:microsoft.com/office/officeart/2008/layout/LinedList"/>
    <dgm:cxn modelId="{E25D5153-9652-45E7-8F47-8EB3EF426282}" type="presParOf" srcId="{9FE777B8-3EDE-4E7C-953F-2BA8850A17F4}" destId="{2E41CDD3-8367-41CD-850C-20617481C588}" srcOrd="0" destOrd="0" presId="urn:microsoft.com/office/officeart/2008/layout/LinedList"/>
    <dgm:cxn modelId="{900B65F8-6F39-4C02-945F-2E295822B59B}" type="presParOf" srcId="{9FE777B8-3EDE-4E7C-953F-2BA8850A17F4}" destId="{8E8DE323-6614-445D-9F5A-F96A7386C840}" srcOrd="1" destOrd="0" presId="urn:microsoft.com/office/officeart/2008/layout/LinedList"/>
    <dgm:cxn modelId="{979EB6BE-78B8-4555-914F-DB9C56ED88DC}" type="presParOf" srcId="{8E8DE323-6614-445D-9F5A-F96A7386C840}" destId="{8E089B6F-4997-4F9E-BF53-3C51E2DF3E8D}" srcOrd="0" destOrd="0" presId="urn:microsoft.com/office/officeart/2008/layout/LinedList"/>
    <dgm:cxn modelId="{CD6BFAFD-2DE8-411F-BD45-1B78ECF1ACC1}" type="presParOf" srcId="{8E8DE323-6614-445D-9F5A-F96A7386C840}" destId="{D031DA1B-A660-4FF6-B5C4-4418A2CAB607}" srcOrd="1" destOrd="0" presId="urn:microsoft.com/office/officeart/2008/layout/LinedList"/>
    <dgm:cxn modelId="{72D2BE0D-E77E-41D8-B898-A3F3559EEF8D}" type="presParOf" srcId="{9FE777B8-3EDE-4E7C-953F-2BA8850A17F4}" destId="{844D4A97-162D-4BD0-B590-C15EEAA6F10F}" srcOrd="2" destOrd="0" presId="urn:microsoft.com/office/officeart/2008/layout/LinedList"/>
    <dgm:cxn modelId="{98611A0E-9434-43A5-B35C-EB699300903E}" type="presParOf" srcId="{9FE777B8-3EDE-4E7C-953F-2BA8850A17F4}" destId="{574D47DA-3901-4C2A-A85D-257F609BE43D}" srcOrd="3" destOrd="0" presId="urn:microsoft.com/office/officeart/2008/layout/LinedList"/>
    <dgm:cxn modelId="{46C3BAD1-3B50-4E7F-928F-9A221A00E878}" type="presParOf" srcId="{574D47DA-3901-4C2A-A85D-257F609BE43D}" destId="{D2CE5361-9EDD-4AE8-AA02-DF6C8120E43C}" srcOrd="0" destOrd="0" presId="urn:microsoft.com/office/officeart/2008/layout/LinedList"/>
    <dgm:cxn modelId="{5F692B53-9F6C-44D8-98B0-D62F44022A18}" type="presParOf" srcId="{574D47DA-3901-4C2A-A85D-257F609BE43D}" destId="{68E1840E-E1F9-4BCD-95C9-AB875748B1CA}" srcOrd="1" destOrd="0" presId="urn:microsoft.com/office/officeart/2008/layout/LinedList"/>
    <dgm:cxn modelId="{A445BBBA-C9DD-48E3-8F69-D1154A763EFD}" type="presParOf" srcId="{9FE777B8-3EDE-4E7C-953F-2BA8850A17F4}" destId="{39D83DC6-F226-49F6-B161-68D573393F33}" srcOrd="4" destOrd="0" presId="urn:microsoft.com/office/officeart/2008/layout/LinedList"/>
    <dgm:cxn modelId="{FCCBDEFE-73CB-4524-89A9-5CFADE67EFE7}" type="presParOf" srcId="{9FE777B8-3EDE-4E7C-953F-2BA8850A17F4}" destId="{3ABD2E4C-009D-4041-8549-F26949650221}" srcOrd="5" destOrd="0" presId="urn:microsoft.com/office/officeart/2008/layout/LinedList"/>
    <dgm:cxn modelId="{A53E24C1-1867-42AE-B512-B2294EFFD838}" type="presParOf" srcId="{3ABD2E4C-009D-4041-8549-F26949650221}" destId="{D3DD14D0-53A4-4189-A381-AD89F7377998}" srcOrd="0" destOrd="0" presId="urn:microsoft.com/office/officeart/2008/layout/LinedList"/>
    <dgm:cxn modelId="{428875FD-C29A-4E26-943F-8DC61C270BA3}" type="presParOf" srcId="{3ABD2E4C-009D-4041-8549-F26949650221}" destId="{C77DCC23-F971-4D38-AF90-3258972E40F7}" srcOrd="1" destOrd="0" presId="urn:microsoft.com/office/officeart/2008/layout/LinedList"/>
    <dgm:cxn modelId="{A2F7A98A-41B7-43A4-BA2F-86A9420FE914}" type="presParOf" srcId="{9FE777B8-3EDE-4E7C-953F-2BA8850A17F4}" destId="{4D41D575-D8F2-446C-8C26-068C2092AEA2}" srcOrd="6" destOrd="0" presId="urn:microsoft.com/office/officeart/2008/layout/LinedList"/>
    <dgm:cxn modelId="{BC72708A-A79B-4CEC-803D-46253C1F3909}" type="presParOf" srcId="{9FE777B8-3EDE-4E7C-953F-2BA8850A17F4}" destId="{925696D9-810D-4C6C-B033-536D029CDC36}" srcOrd="7" destOrd="0" presId="urn:microsoft.com/office/officeart/2008/layout/LinedList"/>
    <dgm:cxn modelId="{005AF06E-5580-4076-92D5-64773F17C498}" type="presParOf" srcId="{925696D9-810D-4C6C-B033-536D029CDC36}" destId="{7341B40A-05BE-4BDE-A9D0-80DAD5024714}" srcOrd="0" destOrd="0" presId="urn:microsoft.com/office/officeart/2008/layout/LinedList"/>
    <dgm:cxn modelId="{6EBC008B-6068-4E31-9C4E-A4F68C5E7667}" type="presParOf" srcId="{925696D9-810D-4C6C-B033-536D029CDC36}" destId="{A51274EB-AD4E-4981-8F20-D136C0E1BE10}" srcOrd="1" destOrd="0" presId="urn:microsoft.com/office/officeart/2008/layout/LinedList"/>
    <dgm:cxn modelId="{A1AF7550-BFB8-4587-AAD1-5C8C6594BE31}" type="presParOf" srcId="{9FE777B8-3EDE-4E7C-953F-2BA8850A17F4}" destId="{3573710D-76FF-4AAB-8AE1-0D80991A46C1}" srcOrd="8" destOrd="0" presId="urn:microsoft.com/office/officeart/2008/layout/LinedList"/>
    <dgm:cxn modelId="{804D7152-F443-4DE9-BD34-923D11BE7E34}" type="presParOf" srcId="{9FE777B8-3EDE-4E7C-953F-2BA8850A17F4}" destId="{10D6421D-DAB4-447C-A399-C3EE5D776292}" srcOrd="9" destOrd="0" presId="urn:microsoft.com/office/officeart/2008/layout/LinedList"/>
    <dgm:cxn modelId="{CC929FBD-EC0E-49FD-8777-31546882C264}" type="presParOf" srcId="{10D6421D-DAB4-447C-A399-C3EE5D776292}" destId="{2B6FA1DB-5D1E-4752-867C-401EDED24540}" srcOrd="0" destOrd="0" presId="urn:microsoft.com/office/officeart/2008/layout/LinedList"/>
    <dgm:cxn modelId="{D0DAEAC7-636E-43AE-9A2B-5D7A924F43B7}" type="presParOf" srcId="{10D6421D-DAB4-447C-A399-C3EE5D776292}" destId="{20C8856F-86FD-43D8-ADA2-FB6A7BB5EE55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1F7C03DF-8F12-450F-A616-3E07782FC4E1}" type="doc">
      <dgm:prSet loTypeId="urn:microsoft.com/office/officeart/2008/layout/LinedList" loCatId="list" qsTypeId="urn:microsoft.com/office/officeart/2005/8/quickstyle/simple1" qsCatId="simple" csTypeId="urn:microsoft.com/office/officeart/2005/8/colors/accent0_3" csCatId="mainScheme"/>
      <dgm:spPr/>
      <dgm:t>
        <a:bodyPr/>
        <a:lstStyle/>
        <a:p>
          <a:endParaRPr lang="en-US"/>
        </a:p>
      </dgm:t>
    </dgm:pt>
    <dgm:pt modelId="{2FF63F71-6128-47C7-9428-FA6AE1F4D7AA}">
      <dgm:prSet/>
      <dgm:spPr/>
      <dgm:t>
        <a:bodyPr/>
        <a:lstStyle/>
        <a:p>
          <a:r>
            <a:rPr lang="zh-TW"/>
            <a:t>1.調整行動裝置導覽列</a:t>
          </a:r>
          <a:endParaRPr lang="en-US"/>
        </a:p>
      </dgm:t>
    </dgm:pt>
    <dgm:pt modelId="{8CFA889F-7A26-4BE1-B1F2-969EF15142B8}" type="parTrans" cxnId="{18C01DCE-B36A-454B-9493-02DC6E7ABE7F}">
      <dgm:prSet/>
      <dgm:spPr/>
      <dgm:t>
        <a:bodyPr/>
        <a:lstStyle/>
        <a:p>
          <a:endParaRPr lang="en-US"/>
        </a:p>
      </dgm:t>
    </dgm:pt>
    <dgm:pt modelId="{96CC5A04-860B-4FDF-AECF-3678A4734032}" type="sibTrans" cxnId="{18C01DCE-B36A-454B-9493-02DC6E7ABE7F}">
      <dgm:prSet/>
      <dgm:spPr/>
      <dgm:t>
        <a:bodyPr/>
        <a:lstStyle/>
        <a:p>
          <a:endParaRPr lang="en-US"/>
        </a:p>
      </dgm:t>
    </dgm:pt>
    <dgm:pt modelId="{220FEE7D-3B9B-4B73-BE94-326D76FFCCA9}">
      <dgm:prSet/>
      <dgm:spPr/>
      <dgm:t>
        <a:bodyPr/>
        <a:lstStyle/>
        <a:p>
          <a:r>
            <a:rPr lang="zh-TW"/>
            <a:t>2.優化使用者使用體驗</a:t>
          </a:r>
          <a:endParaRPr lang="en-US"/>
        </a:p>
      </dgm:t>
    </dgm:pt>
    <dgm:pt modelId="{268DA182-BC21-4480-B616-C235D2C86909}" type="parTrans" cxnId="{8FE53D26-1A3A-4923-8F97-3FCC19751D71}">
      <dgm:prSet/>
      <dgm:spPr/>
      <dgm:t>
        <a:bodyPr/>
        <a:lstStyle/>
        <a:p>
          <a:endParaRPr lang="en-US"/>
        </a:p>
      </dgm:t>
    </dgm:pt>
    <dgm:pt modelId="{B7ECCF7D-F43C-4F7D-937B-96FB3ACC2CFA}" type="sibTrans" cxnId="{8FE53D26-1A3A-4923-8F97-3FCC19751D71}">
      <dgm:prSet/>
      <dgm:spPr/>
      <dgm:t>
        <a:bodyPr/>
        <a:lstStyle/>
        <a:p>
          <a:endParaRPr lang="en-US"/>
        </a:p>
      </dgm:t>
    </dgm:pt>
    <dgm:pt modelId="{250C55D1-48DD-4E2F-B0A6-BEC2C55CFCD8}">
      <dgm:prSet/>
      <dgm:spPr/>
      <dgm:t>
        <a:bodyPr/>
        <a:lstStyle/>
        <a:p>
          <a:r>
            <a:rPr lang="zh-TW"/>
            <a:t>3.修正各版本瀏覽器的解碼問題</a:t>
          </a:r>
          <a:endParaRPr lang="en-US"/>
        </a:p>
      </dgm:t>
    </dgm:pt>
    <dgm:pt modelId="{632BA064-6D06-44A9-8EFD-B4879F98A45E}" type="parTrans" cxnId="{53FD9426-45C7-45A8-8EA2-BCC6E7806898}">
      <dgm:prSet/>
      <dgm:spPr/>
      <dgm:t>
        <a:bodyPr/>
        <a:lstStyle/>
        <a:p>
          <a:endParaRPr lang="en-US"/>
        </a:p>
      </dgm:t>
    </dgm:pt>
    <dgm:pt modelId="{746FFAB2-3F1A-4DB7-A99F-DE5C33AA91F3}" type="sibTrans" cxnId="{53FD9426-45C7-45A8-8EA2-BCC6E7806898}">
      <dgm:prSet/>
      <dgm:spPr/>
      <dgm:t>
        <a:bodyPr/>
        <a:lstStyle/>
        <a:p>
          <a:endParaRPr lang="en-US"/>
        </a:p>
      </dgm:t>
    </dgm:pt>
    <dgm:pt modelId="{36D91727-9736-4101-A717-C7C2BBFAC556}">
      <dgm:prSet/>
      <dgm:spPr/>
      <dgm:t>
        <a:bodyPr/>
        <a:lstStyle/>
        <a:p>
          <a:r>
            <a:rPr lang="zh-TW"/>
            <a:t>4.排版與美工</a:t>
          </a:r>
          <a:endParaRPr lang="en-US"/>
        </a:p>
      </dgm:t>
    </dgm:pt>
    <dgm:pt modelId="{A7C3A9AD-2886-4168-B8C9-2EDBE0FC5C63}" type="parTrans" cxnId="{3D830865-66DB-409E-86FE-F661B3047B2B}">
      <dgm:prSet/>
      <dgm:spPr/>
      <dgm:t>
        <a:bodyPr/>
        <a:lstStyle/>
        <a:p>
          <a:endParaRPr lang="en-US"/>
        </a:p>
      </dgm:t>
    </dgm:pt>
    <dgm:pt modelId="{6B71A467-0445-423E-AB5C-B058288D52FA}" type="sibTrans" cxnId="{3D830865-66DB-409E-86FE-F661B3047B2B}">
      <dgm:prSet/>
      <dgm:spPr/>
      <dgm:t>
        <a:bodyPr/>
        <a:lstStyle/>
        <a:p>
          <a:endParaRPr lang="en-US"/>
        </a:p>
      </dgm:t>
    </dgm:pt>
    <dgm:pt modelId="{2559438E-85D1-4706-872E-39DE6B6A5B60}">
      <dgm:prSet/>
      <dgm:spPr/>
      <dgm:t>
        <a:bodyPr/>
        <a:lstStyle/>
        <a:p>
          <a:r>
            <a:rPr lang="zh-TW"/>
            <a:t>5.程式除錯</a:t>
          </a:r>
          <a:endParaRPr lang="en-US"/>
        </a:p>
      </dgm:t>
    </dgm:pt>
    <dgm:pt modelId="{0FBBF930-0D7B-4C8F-A362-F8949FD7453A}" type="parTrans" cxnId="{0EB7BD2B-42A0-4C5C-9AF6-0F9AA823E1FF}">
      <dgm:prSet/>
      <dgm:spPr/>
      <dgm:t>
        <a:bodyPr/>
        <a:lstStyle/>
        <a:p>
          <a:endParaRPr lang="en-US"/>
        </a:p>
      </dgm:t>
    </dgm:pt>
    <dgm:pt modelId="{366DD8EB-BD2D-4870-B582-EDCCB22EC050}" type="sibTrans" cxnId="{0EB7BD2B-42A0-4C5C-9AF6-0F9AA823E1FF}">
      <dgm:prSet/>
      <dgm:spPr/>
      <dgm:t>
        <a:bodyPr/>
        <a:lstStyle/>
        <a:p>
          <a:endParaRPr lang="en-US"/>
        </a:p>
      </dgm:t>
    </dgm:pt>
    <dgm:pt modelId="{DCF3ED80-A7B8-415A-A4FB-84EE7D2023CA}" type="pres">
      <dgm:prSet presAssocID="{1F7C03DF-8F12-450F-A616-3E07782FC4E1}" presName="vert0" presStyleCnt="0">
        <dgm:presLayoutVars>
          <dgm:dir/>
          <dgm:animOne val="branch"/>
          <dgm:animLvl val="lvl"/>
        </dgm:presLayoutVars>
      </dgm:prSet>
      <dgm:spPr/>
    </dgm:pt>
    <dgm:pt modelId="{47D09355-C998-4B6C-8B68-FF6615ECAE05}" type="pres">
      <dgm:prSet presAssocID="{2FF63F71-6128-47C7-9428-FA6AE1F4D7AA}" presName="thickLine" presStyleLbl="alignNode1" presStyleIdx="0" presStyleCnt="5"/>
      <dgm:spPr/>
    </dgm:pt>
    <dgm:pt modelId="{CFD490D6-2FAA-49BD-ADD3-694DB22BBD6E}" type="pres">
      <dgm:prSet presAssocID="{2FF63F71-6128-47C7-9428-FA6AE1F4D7AA}" presName="horz1" presStyleCnt="0"/>
      <dgm:spPr/>
    </dgm:pt>
    <dgm:pt modelId="{7B9ADD80-98A3-4599-8FCF-EFB27C8FE949}" type="pres">
      <dgm:prSet presAssocID="{2FF63F71-6128-47C7-9428-FA6AE1F4D7AA}" presName="tx1" presStyleLbl="revTx" presStyleIdx="0" presStyleCnt="5"/>
      <dgm:spPr/>
    </dgm:pt>
    <dgm:pt modelId="{E6CD68A4-939D-4727-9B53-F11C09D7D616}" type="pres">
      <dgm:prSet presAssocID="{2FF63F71-6128-47C7-9428-FA6AE1F4D7AA}" presName="vert1" presStyleCnt="0"/>
      <dgm:spPr/>
    </dgm:pt>
    <dgm:pt modelId="{A8FF80E5-612D-4901-805B-30A9E1563867}" type="pres">
      <dgm:prSet presAssocID="{220FEE7D-3B9B-4B73-BE94-326D76FFCCA9}" presName="thickLine" presStyleLbl="alignNode1" presStyleIdx="1" presStyleCnt="5"/>
      <dgm:spPr/>
    </dgm:pt>
    <dgm:pt modelId="{DC763238-1707-48EE-9C24-E0A596619397}" type="pres">
      <dgm:prSet presAssocID="{220FEE7D-3B9B-4B73-BE94-326D76FFCCA9}" presName="horz1" presStyleCnt="0"/>
      <dgm:spPr/>
    </dgm:pt>
    <dgm:pt modelId="{12C5F8C4-2F59-40E5-A4FE-162F56171F88}" type="pres">
      <dgm:prSet presAssocID="{220FEE7D-3B9B-4B73-BE94-326D76FFCCA9}" presName="tx1" presStyleLbl="revTx" presStyleIdx="1" presStyleCnt="5"/>
      <dgm:spPr/>
    </dgm:pt>
    <dgm:pt modelId="{9E343B5F-1755-41F7-A802-BF3BD8F5544C}" type="pres">
      <dgm:prSet presAssocID="{220FEE7D-3B9B-4B73-BE94-326D76FFCCA9}" presName="vert1" presStyleCnt="0"/>
      <dgm:spPr/>
    </dgm:pt>
    <dgm:pt modelId="{5AAC39C4-820E-400B-A304-6AFDCC3E1BFB}" type="pres">
      <dgm:prSet presAssocID="{250C55D1-48DD-4E2F-B0A6-BEC2C55CFCD8}" presName="thickLine" presStyleLbl="alignNode1" presStyleIdx="2" presStyleCnt="5"/>
      <dgm:spPr/>
    </dgm:pt>
    <dgm:pt modelId="{995FEADA-F1DE-4942-A357-A768BC28F45E}" type="pres">
      <dgm:prSet presAssocID="{250C55D1-48DD-4E2F-B0A6-BEC2C55CFCD8}" presName="horz1" presStyleCnt="0"/>
      <dgm:spPr/>
    </dgm:pt>
    <dgm:pt modelId="{19E345DA-A13C-4A10-840F-C366F8588B37}" type="pres">
      <dgm:prSet presAssocID="{250C55D1-48DD-4E2F-B0A6-BEC2C55CFCD8}" presName="tx1" presStyleLbl="revTx" presStyleIdx="2" presStyleCnt="5"/>
      <dgm:spPr/>
    </dgm:pt>
    <dgm:pt modelId="{FCC01E97-97A6-4C55-B1D7-BEF4DD1E8B3A}" type="pres">
      <dgm:prSet presAssocID="{250C55D1-48DD-4E2F-B0A6-BEC2C55CFCD8}" presName="vert1" presStyleCnt="0"/>
      <dgm:spPr/>
    </dgm:pt>
    <dgm:pt modelId="{353D2C38-D80A-4227-9DCF-E41B11E3C751}" type="pres">
      <dgm:prSet presAssocID="{36D91727-9736-4101-A717-C7C2BBFAC556}" presName="thickLine" presStyleLbl="alignNode1" presStyleIdx="3" presStyleCnt="5"/>
      <dgm:spPr/>
    </dgm:pt>
    <dgm:pt modelId="{21B08BCA-963A-4A79-9705-410C5F389577}" type="pres">
      <dgm:prSet presAssocID="{36D91727-9736-4101-A717-C7C2BBFAC556}" presName="horz1" presStyleCnt="0"/>
      <dgm:spPr/>
    </dgm:pt>
    <dgm:pt modelId="{794A6981-4D47-4041-9C77-2886DD9630DD}" type="pres">
      <dgm:prSet presAssocID="{36D91727-9736-4101-A717-C7C2BBFAC556}" presName="tx1" presStyleLbl="revTx" presStyleIdx="3" presStyleCnt="5"/>
      <dgm:spPr/>
    </dgm:pt>
    <dgm:pt modelId="{E42A8187-967F-47D2-BB20-C099E70A3D51}" type="pres">
      <dgm:prSet presAssocID="{36D91727-9736-4101-A717-C7C2BBFAC556}" presName="vert1" presStyleCnt="0"/>
      <dgm:spPr/>
    </dgm:pt>
    <dgm:pt modelId="{E8679D46-B638-47E5-A8F6-AB176D7B939E}" type="pres">
      <dgm:prSet presAssocID="{2559438E-85D1-4706-872E-39DE6B6A5B60}" presName="thickLine" presStyleLbl="alignNode1" presStyleIdx="4" presStyleCnt="5"/>
      <dgm:spPr/>
    </dgm:pt>
    <dgm:pt modelId="{BEA8F279-56BE-4DDD-9D21-723E98418C3E}" type="pres">
      <dgm:prSet presAssocID="{2559438E-85D1-4706-872E-39DE6B6A5B60}" presName="horz1" presStyleCnt="0"/>
      <dgm:spPr/>
    </dgm:pt>
    <dgm:pt modelId="{F689A67B-13E3-42E3-B4FF-EFCE2024657F}" type="pres">
      <dgm:prSet presAssocID="{2559438E-85D1-4706-872E-39DE6B6A5B60}" presName="tx1" presStyleLbl="revTx" presStyleIdx="4" presStyleCnt="5"/>
      <dgm:spPr/>
    </dgm:pt>
    <dgm:pt modelId="{42464F7D-79F6-4F6D-9D9A-168073D3E6C4}" type="pres">
      <dgm:prSet presAssocID="{2559438E-85D1-4706-872E-39DE6B6A5B60}" presName="vert1" presStyleCnt="0"/>
      <dgm:spPr/>
    </dgm:pt>
  </dgm:ptLst>
  <dgm:cxnLst>
    <dgm:cxn modelId="{EA85C913-B1A8-4790-92E5-0A86B196B585}" type="presOf" srcId="{2FF63F71-6128-47C7-9428-FA6AE1F4D7AA}" destId="{7B9ADD80-98A3-4599-8FCF-EFB27C8FE949}" srcOrd="0" destOrd="0" presId="urn:microsoft.com/office/officeart/2008/layout/LinedList"/>
    <dgm:cxn modelId="{25E1E021-654E-4D19-B7E3-A3140A1860E8}" type="presOf" srcId="{36D91727-9736-4101-A717-C7C2BBFAC556}" destId="{794A6981-4D47-4041-9C77-2886DD9630DD}" srcOrd="0" destOrd="0" presId="urn:microsoft.com/office/officeart/2008/layout/LinedList"/>
    <dgm:cxn modelId="{8FE53D26-1A3A-4923-8F97-3FCC19751D71}" srcId="{1F7C03DF-8F12-450F-A616-3E07782FC4E1}" destId="{220FEE7D-3B9B-4B73-BE94-326D76FFCCA9}" srcOrd="1" destOrd="0" parTransId="{268DA182-BC21-4480-B616-C235D2C86909}" sibTransId="{B7ECCF7D-F43C-4F7D-937B-96FB3ACC2CFA}"/>
    <dgm:cxn modelId="{53FD9426-45C7-45A8-8EA2-BCC6E7806898}" srcId="{1F7C03DF-8F12-450F-A616-3E07782FC4E1}" destId="{250C55D1-48DD-4E2F-B0A6-BEC2C55CFCD8}" srcOrd="2" destOrd="0" parTransId="{632BA064-6D06-44A9-8EFD-B4879F98A45E}" sibTransId="{746FFAB2-3F1A-4DB7-A99F-DE5C33AA91F3}"/>
    <dgm:cxn modelId="{2D3D6329-E146-487F-8211-93A79ECCF843}" type="presOf" srcId="{220FEE7D-3B9B-4B73-BE94-326D76FFCCA9}" destId="{12C5F8C4-2F59-40E5-A4FE-162F56171F88}" srcOrd="0" destOrd="0" presId="urn:microsoft.com/office/officeart/2008/layout/LinedList"/>
    <dgm:cxn modelId="{0EB7BD2B-42A0-4C5C-9AF6-0F9AA823E1FF}" srcId="{1F7C03DF-8F12-450F-A616-3E07782FC4E1}" destId="{2559438E-85D1-4706-872E-39DE6B6A5B60}" srcOrd="4" destOrd="0" parTransId="{0FBBF930-0D7B-4C8F-A362-F8949FD7453A}" sibTransId="{366DD8EB-BD2D-4870-B582-EDCCB22EC050}"/>
    <dgm:cxn modelId="{3D830865-66DB-409E-86FE-F661B3047B2B}" srcId="{1F7C03DF-8F12-450F-A616-3E07782FC4E1}" destId="{36D91727-9736-4101-A717-C7C2BBFAC556}" srcOrd="3" destOrd="0" parTransId="{A7C3A9AD-2886-4168-B8C9-2EDBE0FC5C63}" sibTransId="{6B71A467-0445-423E-AB5C-B058288D52FA}"/>
    <dgm:cxn modelId="{954B006D-59EA-4008-9235-93F4253501AE}" type="presOf" srcId="{1F7C03DF-8F12-450F-A616-3E07782FC4E1}" destId="{DCF3ED80-A7B8-415A-A4FB-84EE7D2023CA}" srcOrd="0" destOrd="0" presId="urn:microsoft.com/office/officeart/2008/layout/LinedList"/>
    <dgm:cxn modelId="{4667C655-586B-40B7-A183-331A73059E64}" type="presOf" srcId="{2559438E-85D1-4706-872E-39DE6B6A5B60}" destId="{F689A67B-13E3-42E3-B4FF-EFCE2024657F}" srcOrd="0" destOrd="0" presId="urn:microsoft.com/office/officeart/2008/layout/LinedList"/>
    <dgm:cxn modelId="{18C01DCE-B36A-454B-9493-02DC6E7ABE7F}" srcId="{1F7C03DF-8F12-450F-A616-3E07782FC4E1}" destId="{2FF63F71-6128-47C7-9428-FA6AE1F4D7AA}" srcOrd="0" destOrd="0" parTransId="{8CFA889F-7A26-4BE1-B1F2-969EF15142B8}" sibTransId="{96CC5A04-860B-4FDF-AECF-3678A4734032}"/>
    <dgm:cxn modelId="{A12787E3-0BBD-44A4-9F48-3CE9EEDC3605}" type="presOf" srcId="{250C55D1-48DD-4E2F-B0A6-BEC2C55CFCD8}" destId="{19E345DA-A13C-4A10-840F-C366F8588B37}" srcOrd="0" destOrd="0" presId="urn:microsoft.com/office/officeart/2008/layout/LinedList"/>
    <dgm:cxn modelId="{252D8189-F92F-4643-9150-D4ABD03B1C58}" type="presParOf" srcId="{DCF3ED80-A7B8-415A-A4FB-84EE7D2023CA}" destId="{47D09355-C998-4B6C-8B68-FF6615ECAE05}" srcOrd="0" destOrd="0" presId="urn:microsoft.com/office/officeart/2008/layout/LinedList"/>
    <dgm:cxn modelId="{0EE53B06-FE43-42D1-9386-F540827444BF}" type="presParOf" srcId="{DCF3ED80-A7B8-415A-A4FB-84EE7D2023CA}" destId="{CFD490D6-2FAA-49BD-ADD3-694DB22BBD6E}" srcOrd="1" destOrd="0" presId="urn:microsoft.com/office/officeart/2008/layout/LinedList"/>
    <dgm:cxn modelId="{4C39DE09-2EBB-48BF-A4AB-4C2974420628}" type="presParOf" srcId="{CFD490D6-2FAA-49BD-ADD3-694DB22BBD6E}" destId="{7B9ADD80-98A3-4599-8FCF-EFB27C8FE949}" srcOrd="0" destOrd="0" presId="urn:microsoft.com/office/officeart/2008/layout/LinedList"/>
    <dgm:cxn modelId="{4D81EB4E-2B8B-4C84-9C93-0CA40E14753B}" type="presParOf" srcId="{CFD490D6-2FAA-49BD-ADD3-694DB22BBD6E}" destId="{E6CD68A4-939D-4727-9B53-F11C09D7D616}" srcOrd="1" destOrd="0" presId="urn:microsoft.com/office/officeart/2008/layout/LinedList"/>
    <dgm:cxn modelId="{33B18C42-A753-432E-B01B-9C225A6FE9A2}" type="presParOf" srcId="{DCF3ED80-A7B8-415A-A4FB-84EE7D2023CA}" destId="{A8FF80E5-612D-4901-805B-30A9E1563867}" srcOrd="2" destOrd="0" presId="urn:microsoft.com/office/officeart/2008/layout/LinedList"/>
    <dgm:cxn modelId="{4FD05038-A22B-4830-8CC7-6C98F5337521}" type="presParOf" srcId="{DCF3ED80-A7B8-415A-A4FB-84EE7D2023CA}" destId="{DC763238-1707-48EE-9C24-E0A596619397}" srcOrd="3" destOrd="0" presId="urn:microsoft.com/office/officeart/2008/layout/LinedList"/>
    <dgm:cxn modelId="{8731FD7D-3F65-4B5F-8FD6-4FFFC7D6947A}" type="presParOf" srcId="{DC763238-1707-48EE-9C24-E0A596619397}" destId="{12C5F8C4-2F59-40E5-A4FE-162F56171F88}" srcOrd="0" destOrd="0" presId="urn:microsoft.com/office/officeart/2008/layout/LinedList"/>
    <dgm:cxn modelId="{F209EDDF-C3B4-4B62-9C4D-01C68FD54FAF}" type="presParOf" srcId="{DC763238-1707-48EE-9C24-E0A596619397}" destId="{9E343B5F-1755-41F7-A802-BF3BD8F5544C}" srcOrd="1" destOrd="0" presId="urn:microsoft.com/office/officeart/2008/layout/LinedList"/>
    <dgm:cxn modelId="{9A403699-19F4-470F-B64C-02858C7E4BDD}" type="presParOf" srcId="{DCF3ED80-A7B8-415A-A4FB-84EE7D2023CA}" destId="{5AAC39C4-820E-400B-A304-6AFDCC3E1BFB}" srcOrd="4" destOrd="0" presId="urn:microsoft.com/office/officeart/2008/layout/LinedList"/>
    <dgm:cxn modelId="{48B3DDB7-2FA6-43CD-B346-15786961D882}" type="presParOf" srcId="{DCF3ED80-A7B8-415A-A4FB-84EE7D2023CA}" destId="{995FEADA-F1DE-4942-A357-A768BC28F45E}" srcOrd="5" destOrd="0" presId="urn:microsoft.com/office/officeart/2008/layout/LinedList"/>
    <dgm:cxn modelId="{79E7707E-157D-49DC-8550-FEC2C27EEFD8}" type="presParOf" srcId="{995FEADA-F1DE-4942-A357-A768BC28F45E}" destId="{19E345DA-A13C-4A10-840F-C366F8588B37}" srcOrd="0" destOrd="0" presId="urn:microsoft.com/office/officeart/2008/layout/LinedList"/>
    <dgm:cxn modelId="{6869859A-FA6D-481C-9498-17B30413E9E9}" type="presParOf" srcId="{995FEADA-F1DE-4942-A357-A768BC28F45E}" destId="{FCC01E97-97A6-4C55-B1D7-BEF4DD1E8B3A}" srcOrd="1" destOrd="0" presId="urn:microsoft.com/office/officeart/2008/layout/LinedList"/>
    <dgm:cxn modelId="{8129EF58-6626-43EA-96EA-152BBCF3BE66}" type="presParOf" srcId="{DCF3ED80-A7B8-415A-A4FB-84EE7D2023CA}" destId="{353D2C38-D80A-4227-9DCF-E41B11E3C751}" srcOrd="6" destOrd="0" presId="urn:microsoft.com/office/officeart/2008/layout/LinedList"/>
    <dgm:cxn modelId="{F4E2D68E-819A-4423-B8B6-2165CFEFD021}" type="presParOf" srcId="{DCF3ED80-A7B8-415A-A4FB-84EE7D2023CA}" destId="{21B08BCA-963A-4A79-9705-410C5F389577}" srcOrd="7" destOrd="0" presId="urn:microsoft.com/office/officeart/2008/layout/LinedList"/>
    <dgm:cxn modelId="{5C870D77-342B-430A-8E99-118365E4FDC8}" type="presParOf" srcId="{21B08BCA-963A-4A79-9705-410C5F389577}" destId="{794A6981-4D47-4041-9C77-2886DD9630DD}" srcOrd="0" destOrd="0" presId="urn:microsoft.com/office/officeart/2008/layout/LinedList"/>
    <dgm:cxn modelId="{564B937F-7F54-4A8C-9BC6-0A2EFF05760E}" type="presParOf" srcId="{21B08BCA-963A-4A79-9705-410C5F389577}" destId="{E42A8187-967F-47D2-BB20-C099E70A3D51}" srcOrd="1" destOrd="0" presId="urn:microsoft.com/office/officeart/2008/layout/LinedList"/>
    <dgm:cxn modelId="{86461956-E957-4840-AAB2-4D4FCBA4F3A2}" type="presParOf" srcId="{DCF3ED80-A7B8-415A-A4FB-84EE7D2023CA}" destId="{E8679D46-B638-47E5-A8F6-AB176D7B939E}" srcOrd="8" destOrd="0" presId="urn:microsoft.com/office/officeart/2008/layout/LinedList"/>
    <dgm:cxn modelId="{AC8D3E65-F8AF-4324-A59C-1AD25606ADD5}" type="presParOf" srcId="{DCF3ED80-A7B8-415A-A4FB-84EE7D2023CA}" destId="{BEA8F279-56BE-4DDD-9D21-723E98418C3E}" srcOrd="9" destOrd="0" presId="urn:microsoft.com/office/officeart/2008/layout/LinedList"/>
    <dgm:cxn modelId="{BBABCD79-B488-42F0-B6A1-4297620940B1}" type="presParOf" srcId="{BEA8F279-56BE-4DDD-9D21-723E98418C3E}" destId="{F689A67B-13E3-42E3-B4FF-EFCE2024657F}" srcOrd="0" destOrd="0" presId="urn:microsoft.com/office/officeart/2008/layout/LinedList"/>
    <dgm:cxn modelId="{F72DC8EA-12BF-4431-B482-CB12C5EC2A6F}" type="presParOf" srcId="{BEA8F279-56BE-4DDD-9D21-723E98418C3E}" destId="{42464F7D-79F6-4F6D-9D9A-168073D3E6C4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E166882B-C221-4792-9FBF-FA8769CCD818}" type="doc">
      <dgm:prSet loTypeId="urn:microsoft.com/office/officeart/2008/layout/LinedList" loCatId="list" qsTypeId="urn:microsoft.com/office/officeart/2005/8/quickstyle/simple1" qsCatId="simple" csTypeId="urn:microsoft.com/office/officeart/2005/8/colors/colorful1" csCatId="colorful"/>
      <dgm:spPr/>
      <dgm:t>
        <a:bodyPr/>
        <a:lstStyle/>
        <a:p>
          <a:endParaRPr lang="en-US"/>
        </a:p>
      </dgm:t>
    </dgm:pt>
    <dgm:pt modelId="{D4205288-02DA-4ADE-A3BB-32F2CA2467F4}">
      <dgm:prSet/>
      <dgm:spPr/>
      <dgm:t>
        <a:bodyPr/>
        <a:lstStyle/>
        <a:p>
          <a:pPr rtl="0"/>
          <a:r>
            <a:rPr lang="zh-TW" dirty="0"/>
            <a:t>1</a:t>
          </a:r>
          <a:r>
            <a:rPr lang="zh-TW" dirty="0">
              <a:latin typeface="+mj-lt"/>
            </a:rPr>
            <a:t>.Android </a:t>
          </a:r>
          <a:r>
            <a:rPr lang="en-US" altLang="zh-TW" dirty="0">
              <a:latin typeface="+mj-lt"/>
            </a:rPr>
            <a:t>Moblie</a:t>
          </a:r>
          <a:r>
            <a:rPr lang="zh-TW" altLang="en-US" dirty="0">
              <a:latin typeface="+mj-lt"/>
            </a:rPr>
            <a:t>  P</a:t>
          </a:r>
          <a:r>
            <a:rPr lang="en-US" altLang="zh-TW" dirty="0">
              <a:latin typeface="+mj-lt"/>
            </a:rPr>
            <a:t>hone</a:t>
          </a:r>
          <a:endParaRPr lang="en-US" dirty="0">
            <a:latin typeface="+mj-lt"/>
          </a:endParaRPr>
        </a:p>
      </dgm:t>
    </dgm:pt>
    <dgm:pt modelId="{58034C7B-D768-4A01-838C-1DECFBA56F3F}" type="parTrans" cxnId="{AE13C027-1DAE-4D7A-9CB1-373195BD46A0}">
      <dgm:prSet/>
      <dgm:spPr/>
      <dgm:t>
        <a:bodyPr/>
        <a:lstStyle/>
        <a:p>
          <a:endParaRPr lang="en-US"/>
        </a:p>
      </dgm:t>
    </dgm:pt>
    <dgm:pt modelId="{AB85F19E-CD19-49F8-8CF2-BD590A8FCAA7}" type="sibTrans" cxnId="{AE13C027-1DAE-4D7A-9CB1-373195BD46A0}">
      <dgm:prSet/>
      <dgm:spPr/>
      <dgm:t>
        <a:bodyPr/>
        <a:lstStyle/>
        <a:p>
          <a:endParaRPr lang="en-US"/>
        </a:p>
      </dgm:t>
    </dgm:pt>
    <dgm:pt modelId="{2302392A-F5DE-4347-A420-6192234A8AB0}">
      <dgm:prSet/>
      <dgm:spPr/>
      <dgm:t>
        <a:bodyPr/>
        <a:lstStyle/>
        <a:p>
          <a:r>
            <a:rPr lang="zh-TW" dirty="0">
              <a:latin typeface="+mj-lt"/>
            </a:rPr>
            <a:t>2.Android </a:t>
          </a:r>
          <a:r>
            <a:rPr lang="en-US" dirty="0">
              <a:latin typeface="+mj-lt"/>
            </a:rPr>
            <a:t>Tablet</a:t>
          </a:r>
        </a:p>
      </dgm:t>
    </dgm:pt>
    <dgm:pt modelId="{8DF3824D-CFFB-4AFE-85BF-19CA75D6A3DB}" type="parTrans" cxnId="{77621657-6796-45CD-BB82-E921B6935671}">
      <dgm:prSet/>
      <dgm:spPr/>
      <dgm:t>
        <a:bodyPr/>
        <a:lstStyle/>
        <a:p>
          <a:endParaRPr lang="en-US"/>
        </a:p>
      </dgm:t>
    </dgm:pt>
    <dgm:pt modelId="{3F6F4347-805F-4E1B-9D27-075FC27DAA5E}" type="sibTrans" cxnId="{77621657-6796-45CD-BB82-E921B6935671}">
      <dgm:prSet/>
      <dgm:spPr/>
      <dgm:t>
        <a:bodyPr/>
        <a:lstStyle/>
        <a:p>
          <a:endParaRPr lang="en-US"/>
        </a:p>
      </dgm:t>
    </dgm:pt>
    <dgm:pt modelId="{170DD2B6-FEF9-4DB9-B809-BF5BF2D6DE7D}">
      <dgm:prSet/>
      <dgm:spPr/>
      <dgm:t>
        <a:bodyPr/>
        <a:lstStyle/>
        <a:p>
          <a:pPr rtl="0"/>
          <a:r>
            <a:rPr lang="en-US" dirty="0">
              <a:latin typeface="+mj-lt"/>
            </a:rPr>
            <a:t>3.All Screen  Ipad</a:t>
          </a:r>
        </a:p>
      </dgm:t>
    </dgm:pt>
    <dgm:pt modelId="{98C80876-25E5-4A21-94CE-4431CD8642ED}" type="parTrans" cxnId="{D5654938-EBEC-4B19-959A-AEFB249CB4F8}">
      <dgm:prSet/>
      <dgm:spPr/>
      <dgm:t>
        <a:bodyPr/>
        <a:lstStyle/>
        <a:p>
          <a:endParaRPr lang="en-US"/>
        </a:p>
      </dgm:t>
    </dgm:pt>
    <dgm:pt modelId="{007382B1-BB4F-45EF-BFC8-0BE6D77FBC3A}" type="sibTrans" cxnId="{D5654938-EBEC-4B19-959A-AEFB249CB4F8}">
      <dgm:prSet/>
      <dgm:spPr/>
      <dgm:t>
        <a:bodyPr/>
        <a:lstStyle/>
        <a:p>
          <a:endParaRPr lang="en-US"/>
        </a:p>
      </dgm:t>
    </dgm:pt>
    <dgm:pt modelId="{272B40AE-0FB0-499D-8E46-44E5D545DA68}">
      <dgm:prSet/>
      <dgm:spPr/>
      <dgm:t>
        <a:bodyPr/>
        <a:lstStyle/>
        <a:p>
          <a:r>
            <a:rPr lang="en-US" dirty="0">
              <a:latin typeface="+mj-lt"/>
            </a:rPr>
            <a:t>4.The All Screen Iphone</a:t>
          </a:r>
        </a:p>
      </dgm:t>
    </dgm:pt>
    <dgm:pt modelId="{0CD877C2-2D93-4E0A-806D-69185AD72360}" type="parTrans" cxnId="{9C743A26-869E-49D6-9889-3855ABB2C72E}">
      <dgm:prSet/>
      <dgm:spPr/>
      <dgm:t>
        <a:bodyPr/>
        <a:lstStyle/>
        <a:p>
          <a:endParaRPr lang="en-US"/>
        </a:p>
      </dgm:t>
    </dgm:pt>
    <dgm:pt modelId="{B7E81742-C514-4277-99C8-582E7A70C81B}" type="sibTrans" cxnId="{9C743A26-869E-49D6-9889-3855ABB2C72E}">
      <dgm:prSet/>
      <dgm:spPr/>
      <dgm:t>
        <a:bodyPr/>
        <a:lstStyle/>
        <a:p>
          <a:endParaRPr lang="en-US"/>
        </a:p>
      </dgm:t>
    </dgm:pt>
    <dgm:pt modelId="{594EB7C7-B93F-42F5-B917-A7D2F5CC0111}">
      <dgm:prSet/>
      <dgm:spPr/>
      <dgm:t>
        <a:bodyPr/>
        <a:lstStyle/>
        <a:p>
          <a:pPr rtl="0"/>
          <a:r>
            <a:rPr lang="en-US" dirty="0">
              <a:latin typeface="+mj-lt"/>
            </a:rPr>
            <a:t>5.14 "  Laptop</a:t>
          </a:r>
        </a:p>
      </dgm:t>
    </dgm:pt>
    <dgm:pt modelId="{E923C749-0972-4ECD-8902-763317903483}" type="parTrans" cxnId="{127B86D1-2B44-4143-9169-AE889C668480}">
      <dgm:prSet/>
      <dgm:spPr/>
      <dgm:t>
        <a:bodyPr/>
        <a:lstStyle/>
        <a:p>
          <a:endParaRPr lang="en-US"/>
        </a:p>
      </dgm:t>
    </dgm:pt>
    <dgm:pt modelId="{F3C5C4D0-BAE0-4302-9EEE-8C43844701DE}" type="sibTrans" cxnId="{127B86D1-2B44-4143-9169-AE889C668480}">
      <dgm:prSet/>
      <dgm:spPr/>
      <dgm:t>
        <a:bodyPr/>
        <a:lstStyle/>
        <a:p>
          <a:endParaRPr lang="en-US"/>
        </a:p>
      </dgm:t>
    </dgm:pt>
    <dgm:pt modelId="{D3FDEBC7-5F96-4856-B5B8-F329C5629F4B}" type="pres">
      <dgm:prSet presAssocID="{E166882B-C221-4792-9FBF-FA8769CCD818}" presName="vert0" presStyleCnt="0">
        <dgm:presLayoutVars>
          <dgm:dir/>
          <dgm:animOne val="branch"/>
          <dgm:animLvl val="lvl"/>
        </dgm:presLayoutVars>
      </dgm:prSet>
      <dgm:spPr/>
    </dgm:pt>
    <dgm:pt modelId="{0CE0FD5F-EACA-4894-801A-56FC9CF990C8}" type="pres">
      <dgm:prSet presAssocID="{D4205288-02DA-4ADE-A3BB-32F2CA2467F4}" presName="thickLine" presStyleLbl="alignNode1" presStyleIdx="0" presStyleCnt="5"/>
      <dgm:spPr/>
    </dgm:pt>
    <dgm:pt modelId="{C8A8F72F-2E39-4B17-A008-7B5B94E0D940}" type="pres">
      <dgm:prSet presAssocID="{D4205288-02DA-4ADE-A3BB-32F2CA2467F4}" presName="horz1" presStyleCnt="0"/>
      <dgm:spPr/>
    </dgm:pt>
    <dgm:pt modelId="{3E16A7DC-7CE8-4178-95CA-0E3BD9A039F6}" type="pres">
      <dgm:prSet presAssocID="{D4205288-02DA-4ADE-A3BB-32F2CA2467F4}" presName="tx1" presStyleLbl="revTx" presStyleIdx="0" presStyleCnt="5"/>
      <dgm:spPr/>
    </dgm:pt>
    <dgm:pt modelId="{3FD9B45E-C6AB-49D7-8CE1-73A88CBA5FC0}" type="pres">
      <dgm:prSet presAssocID="{D4205288-02DA-4ADE-A3BB-32F2CA2467F4}" presName="vert1" presStyleCnt="0"/>
      <dgm:spPr/>
    </dgm:pt>
    <dgm:pt modelId="{34D9E9E8-D302-480C-8C0B-66D01434EFE3}" type="pres">
      <dgm:prSet presAssocID="{2302392A-F5DE-4347-A420-6192234A8AB0}" presName="thickLine" presStyleLbl="alignNode1" presStyleIdx="1" presStyleCnt="5"/>
      <dgm:spPr/>
    </dgm:pt>
    <dgm:pt modelId="{BF859FBB-F270-4F1B-9F54-2762E5EF0EAF}" type="pres">
      <dgm:prSet presAssocID="{2302392A-F5DE-4347-A420-6192234A8AB0}" presName="horz1" presStyleCnt="0"/>
      <dgm:spPr/>
    </dgm:pt>
    <dgm:pt modelId="{5FA38768-53E4-41D9-9BBA-EBE575AE5166}" type="pres">
      <dgm:prSet presAssocID="{2302392A-F5DE-4347-A420-6192234A8AB0}" presName="tx1" presStyleLbl="revTx" presStyleIdx="1" presStyleCnt="5"/>
      <dgm:spPr/>
    </dgm:pt>
    <dgm:pt modelId="{48B96865-1881-4C8C-B1B7-3EDF03B1F143}" type="pres">
      <dgm:prSet presAssocID="{2302392A-F5DE-4347-A420-6192234A8AB0}" presName="vert1" presStyleCnt="0"/>
      <dgm:spPr/>
    </dgm:pt>
    <dgm:pt modelId="{A067C816-A514-4FA6-AF6D-FA7636E985A7}" type="pres">
      <dgm:prSet presAssocID="{170DD2B6-FEF9-4DB9-B809-BF5BF2D6DE7D}" presName="thickLine" presStyleLbl="alignNode1" presStyleIdx="2" presStyleCnt="5"/>
      <dgm:spPr/>
    </dgm:pt>
    <dgm:pt modelId="{2518C594-EC13-43EC-B015-F2385E0D9D37}" type="pres">
      <dgm:prSet presAssocID="{170DD2B6-FEF9-4DB9-B809-BF5BF2D6DE7D}" presName="horz1" presStyleCnt="0"/>
      <dgm:spPr/>
    </dgm:pt>
    <dgm:pt modelId="{9E4D1626-7A99-4F66-BB13-658C8D592C26}" type="pres">
      <dgm:prSet presAssocID="{170DD2B6-FEF9-4DB9-B809-BF5BF2D6DE7D}" presName="tx1" presStyleLbl="revTx" presStyleIdx="2" presStyleCnt="5"/>
      <dgm:spPr/>
    </dgm:pt>
    <dgm:pt modelId="{A80A3E16-78A2-4D70-A048-27E243358819}" type="pres">
      <dgm:prSet presAssocID="{170DD2B6-FEF9-4DB9-B809-BF5BF2D6DE7D}" presName="vert1" presStyleCnt="0"/>
      <dgm:spPr/>
    </dgm:pt>
    <dgm:pt modelId="{50305C7B-3C09-483C-8AD7-48E0CE76CD48}" type="pres">
      <dgm:prSet presAssocID="{272B40AE-0FB0-499D-8E46-44E5D545DA68}" presName="thickLine" presStyleLbl="alignNode1" presStyleIdx="3" presStyleCnt="5"/>
      <dgm:spPr/>
    </dgm:pt>
    <dgm:pt modelId="{8551742A-CBF6-429D-8713-9569A239969E}" type="pres">
      <dgm:prSet presAssocID="{272B40AE-0FB0-499D-8E46-44E5D545DA68}" presName="horz1" presStyleCnt="0"/>
      <dgm:spPr/>
    </dgm:pt>
    <dgm:pt modelId="{A7AF9890-8AB7-4E67-828B-260CC24B36D8}" type="pres">
      <dgm:prSet presAssocID="{272B40AE-0FB0-499D-8E46-44E5D545DA68}" presName="tx1" presStyleLbl="revTx" presStyleIdx="3" presStyleCnt="5"/>
      <dgm:spPr/>
    </dgm:pt>
    <dgm:pt modelId="{AC733553-5CEC-4CE8-8101-BDEE226D6E23}" type="pres">
      <dgm:prSet presAssocID="{272B40AE-0FB0-499D-8E46-44E5D545DA68}" presName="vert1" presStyleCnt="0"/>
      <dgm:spPr/>
    </dgm:pt>
    <dgm:pt modelId="{AAB21D5F-9C44-4DEA-9F35-AFD81E0AEB2D}" type="pres">
      <dgm:prSet presAssocID="{594EB7C7-B93F-42F5-B917-A7D2F5CC0111}" presName="thickLine" presStyleLbl="alignNode1" presStyleIdx="4" presStyleCnt="5"/>
      <dgm:spPr/>
    </dgm:pt>
    <dgm:pt modelId="{550AB5B9-3A30-4FB5-9706-470E4F99AEF6}" type="pres">
      <dgm:prSet presAssocID="{594EB7C7-B93F-42F5-B917-A7D2F5CC0111}" presName="horz1" presStyleCnt="0"/>
      <dgm:spPr/>
    </dgm:pt>
    <dgm:pt modelId="{84CAB2CD-896B-4F70-A222-2DAC9F937B83}" type="pres">
      <dgm:prSet presAssocID="{594EB7C7-B93F-42F5-B917-A7D2F5CC0111}" presName="tx1" presStyleLbl="revTx" presStyleIdx="4" presStyleCnt="5"/>
      <dgm:spPr/>
    </dgm:pt>
    <dgm:pt modelId="{8D0F6795-185F-4724-B804-0D126486044E}" type="pres">
      <dgm:prSet presAssocID="{594EB7C7-B93F-42F5-B917-A7D2F5CC0111}" presName="vert1" presStyleCnt="0"/>
      <dgm:spPr/>
    </dgm:pt>
  </dgm:ptLst>
  <dgm:cxnLst>
    <dgm:cxn modelId="{9C743A26-869E-49D6-9889-3855ABB2C72E}" srcId="{E166882B-C221-4792-9FBF-FA8769CCD818}" destId="{272B40AE-0FB0-499D-8E46-44E5D545DA68}" srcOrd="3" destOrd="0" parTransId="{0CD877C2-2D93-4E0A-806D-69185AD72360}" sibTransId="{B7E81742-C514-4277-99C8-582E7A70C81B}"/>
    <dgm:cxn modelId="{AE13C027-1DAE-4D7A-9CB1-373195BD46A0}" srcId="{E166882B-C221-4792-9FBF-FA8769CCD818}" destId="{D4205288-02DA-4ADE-A3BB-32F2CA2467F4}" srcOrd="0" destOrd="0" parTransId="{58034C7B-D768-4A01-838C-1DECFBA56F3F}" sibTransId="{AB85F19E-CD19-49F8-8CF2-BD590A8FCAA7}"/>
    <dgm:cxn modelId="{7D3FEA33-60A0-4603-A20D-32D30CC6FF2E}" type="presOf" srcId="{272B40AE-0FB0-499D-8E46-44E5D545DA68}" destId="{A7AF9890-8AB7-4E67-828B-260CC24B36D8}" srcOrd="0" destOrd="0" presId="urn:microsoft.com/office/officeart/2008/layout/LinedList"/>
    <dgm:cxn modelId="{D5654938-EBEC-4B19-959A-AEFB249CB4F8}" srcId="{E166882B-C221-4792-9FBF-FA8769CCD818}" destId="{170DD2B6-FEF9-4DB9-B809-BF5BF2D6DE7D}" srcOrd="2" destOrd="0" parTransId="{98C80876-25E5-4A21-94CE-4431CD8642ED}" sibTransId="{007382B1-BB4F-45EF-BFC8-0BE6D77FBC3A}"/>
    <dgm:cxn modelId="{811A6364-D7B3-4CF9-A79A-7D5EED251792}" type="presOf" srcId="{D4205288-02DA-4ADE-A3BB-32F2CA2467F4}" destId="{3E16A7DC-7CE8-4178-95CA-0E3BD9A039F6}" srcOrd="0" destOrd="0" presId="urn:microsoft.com/office/officeart/2008/layout/LinedList"/>
    <dgm:cxn modelId="{D7E9AB73-99A3-49E8-AAEB-5EB06F86E763}" type="presOf" srcId="{170DD2B6-FEF9-4DB9-B809-BF5BF2D6DE7D}" destId="{9E4D1626-7A99-4F66-BB13-658C8D592C26}" srcOrd="0" destOrd="0" presId="urn:microsoft.com/office/officeart/2008/layout/LinedList"/>
    <dgm:cxn modelId="{77621657-6796-45CD-BB82-E921B6935671}" srcId="{E166882B-C221-4792-9FBF-FA8769CCD818}" destId="{2302392A-F5DE-4347-A420-6192234A8AB0}" srcOrd="1" destOrd="0" parTransId="{8DF3824D-CFFB-4AFE-85BF-19CA75D6A3DB}" sibTransId="{3F6F4347-805F-4E1B-9D27-075FC27DAA5E}"/>
    <dgm:cxn modelId="{4BCB77AE-D151-439E-AE10-66B330D0CD3C}" type="presOf" srcId="{2302392A-F5DE-4347-A420-6192234A8AB0}" destId="{5FA38768-53E4-41D9-9BBA-EBE575AE5166}" srcOrd="0" destOrd="0" presId="urn:microsoft.com/office/officeart/2008/layout/LinedList"/>
    <dgm:cxn modelId="{545758B0-9F70-45AD-856C-DD9B627D1AFC}" type="presOf" srcId="{E166882B-C221-4792-9FBF-FA8769CCD818}" destId="{D3FDEBC7-5F96-4856-B5B8-F329C5629F4B}" srcOrd="0" destOrd="0" presId="urn:microsoft.com/office/officeart/2008/layout/LinedList"/>
    <dgm:cxn modelId="{F14E9DBB-CD8F-46AD-A854-EDF3C11F7800}" type="presOf" srcId="{594EB7C7-B93F-42F5-B917-A7D2F5CC0111}" destId="{84CAB2CD-896B-4F70-A222-2DAC9F937B83}" srcOrd="0" destOrd="0" presId="urn:microsoft.com/office/officeart/2008/layout/LinedList"/>
    <dgm:cxn modelId="{127B86D1-2B44-4143-9169-AE889C668480}" srcId="{E166882B-C221-4792-9FBF-FA8769CCD818}" destId="{594EB7C7-B93F-42F5-B917-A7D2F5CC0111}" srcOrd="4" destOrd="0" parTransId="{E923C749-0972-4ECD-8902-763317903483}" sibTransId="{F3C5C4D0-BAE0-4302-9EEE-8C43844701DE}"/>
    <dgm:cxn modelId="{344DB9C3-72D2-415B-8A19-63A94374CB8D}" type="presParOf" srcId="{D3FDEBC7-5F96-4856-B5B8-F329C5629F4B}" destId="{0CE0FD5F-EACA-4894-801A-56FC9CF990C8}" srcOrd="0" destOrd="0" presId="urn:microsoft.com/office/officeart/2008/layout/LinedList"/>
    <dgm:cxn modelId="{937A8D49-36BE-472F-B049-CD0ADEE6A676}" type="presParOf" srcId="{D3FDEBC7-5F96-4856-B5B8-F329C5629F4B}" destId="{C8A8F72F-2E39-4B17-A008-7B5B94E0D940}" srcOrd="1" destOrd="0" presId="urn:microsoft.com/office/officeart/2008/layout/LinedList"/>
    <dgm:cxn modelId="{1DCD5ACE-0F59-451C-B08D-9F91128B8A5D}" type="presParOf" srcId="{C8A8F72F-2E39-4B17-A008-7B5B94E0D940}" destId="{3E16A7DC-7CE8-4178-95CA-0E3BD9A039F6}" srcOrd="0" destOrd="0" presId="urn:microsoft.com/office/officeart/2008/layout/LinedList"/>
    <dgm:cxn modelId="{9D66AB4A-4C81-496B-8E5F-498DB41AFB08}" type="presParOf" srcId="{C8A8F72F-2E39-4B17-A008-7B5B94E0D940}" destId="{3FD9B45E-C6AB-49D7-8CE1-73A88CBA5FC0}" srcOrd="1" destOrd="0" presId="urn:microsoft.com/office/officeart/2008/layout/LinedList"/>
    <dgm:cxn modelId="{84C2E67D-89CC-4385-BC60-12472D4C3AA4}" type="presParOf" srcId="{D3FDEBC7-5F96-4856-B5B8-F329C5629F4B}" destId="{34D9E9E8-D302-480C-8C0B-66D01434EFE3}" srcOrd="2" destOrd="0" presId="urn:microsoft.com/office/officeart/2008/layout/LinedList"/>
    <dgm:cxn modelId="{11F67F51-DA09-453E-B9ED-B39F031777C5}" type="presParOf" srcId="{D3FDEBC7-5F96-4856-B5B8-F329C5629F4B}" destId="{BF859FBB-F270-4F1B-9F54-2762E5EF0EAF}" srcOrd="3" destOrd="0" presId="urn:microsoft.com/office/officeart/2008/layout/LinedList"/>
    <dgm:cxn modelId="{14F3BAE7-2E72-4063-AECC-4F3E5EB80014}" type="presParOf" srcId="{BF859FBB-F270-4F1B-9F54-2762E5EF0EAF}" destId="{5FA38768-53E4-41D9-9BBA-EBE575AE5166}" srcOrd="0" destOrd="0" presId="urn:microsoft.com/office/officeart/2008/layout/LinedList"/>
    <dgm:cxn modelId="{EB03052E-091A-4B11-8CE8-692717517422}" type="presParOf" srcId="{BF859FBB-F270-4F1B-9F54-2762E5EF0EAF}" destId="{48B96865-1881-4C8C-B1B7-3EDF03B1F143}" srcOrd="1" destOrd="0" presId="urn:microsoft.com/office/officeart/2008/layout/LinedList"/>
    <dgm:cxn modelId="{D6F7ACEC-768E-4644-A20F-980745BBD74F}" type="presParOf" srcId="{D3FDEBC7-5F96-4856-B5B8-F329C5629F4B}" destId="{A067C816-A514-4FA6-AF6D-FA7636E985A7}" srcOrd="4" destOrd="0" presId="urn:microsoft.com/office/officeart/2008/layout/LinedList"/>
    <dgm:cxn modelId="{A956FF53-36FB-4E1C-B252-9124DD05BFDB}" type="presParOf" srcId="{D3FDEBC7-5F96-4856-B5B8-F329C5629F4B}" destId="{2518C594-EC13-43EC-B015-F2385E0D9D37}" srcOrd="5" destOrd="0" presId="urn:microsoft.com/office/officeart/2008/layout/LinedList"/>
    <dgm:cxn modelId="{D8701277-86BD-44F0-9029-58008C0A0599}" type="presParOf" srcId="{2518C594-EC13-43EC-B015-F2385E0D9D37}" destId="{9E4D1626-7A99-4F66-BB13-658C8D592C26}" srcOrd="0" destOrd="0" presId="urn:microsoft.com/office/officeart/2008/layout/LinedList"/>
    <dgm:cxn modelId="{A716C3A0-E7AC-4390-9381-EFC688E98D24}" type="presParOf" srcId="{2518C594-EC13-43EC-B015-F2385E0D9D37}" destId="{A80A3E16-78A2-4D70-A048-27E243358819}" srcOrd="1" destOrd="0" presId="urn:microsoft.com/office/officeart/2008/layout/LinedList"/>
    <dgm:cxn modelId="{223681FE-A829-4013-88FF-37FDB2F13907}" type="presParOf" srcId="{D3FDEBC7-5F96-4856-B5B8-F329C5629F4B}" destId="{50305C7B-3C09-483C-8AD7-48E0CE76CD48}" srcOrd="6" destOrd="0" presId="urn:microsoft.com/office/officeart/2008/layout/LinedList"/>
    <dgm:cxn modelId="{81D21B95-9156-499D-B317-83591F291315}" type="presParOf" srcId="{D3FDEBC7-5F96-4856-B5B8-F329C5629F4B}" destId="{8551742A-CBF6-429D-8713-9569A239969E}" srcOrd="7" destOrd="0" presId="urn:microsoft.com/office/officeart/2008/layout/LinedList"/>
    <dgm:cxn modelId="{52129E05-2914-441F-B2BD-64ACB655C2A4}" type="presParOf" srcId="{8551742A-CBF6-429D-8713-9569A239969E}" destId="{A7AF9890-8AB7-4E67-828B-260CC24B36D8}" srcOrd="0" destOrd="0" presId="urn:microsoft.com/office/officeart/2008/layout/LinedList"/>
    <dgm:cxn modelId="{145D106F-1D0B-475C-9FA2-650DBEB57C49}" type="presParOf" srcId="{8551742A-CBF6-429D-8713-9569A239969E}" destId="{AC733553-5CEC-4CE8-8101-BDEE226D6E23}" srcOrd="1" destOrd="0" presId="urn:microsoft.com/office/officeart/2008/layout/LinedList"/>
    <dgm:cxn modelId="{50A6E1E3-9426-457D-B094-C94CA435ACDB}" type="presParOf" srcId="{D3FDEBC7-5F96-4856-B5B8-F329C5629F4B}" destId="{AAB21D5F-9C44-4DEA-9F35-AFD81E0AEB2D}" srcOrd="8" destOrd="0" presId="urn:microsoft.com/office/officeart/2008/layout/LinedList"/>
    <dgm:cxn modelId="{3E8FC6D1-7036-4A0D-B0EA-B18A65ABEABC}" type="presParOf" srcId="{D3FDEBC7-5F96-4856-B5B8-F329C5629F4B}" destId="{550AB5B9-3A30-4FB5-9706-470E4F99AEF6}" srcOrd="9" destOrd="0" presId="urn:microsoft.com/office/officeart/2008/layout/LinedList"/>
    <dgm:cxn modelId="{E52D84B4-C8AC-4CAA-A67E-20E8AADD294A}" type="presParOf" srcId="{550AB5B9-3A30-4FB5-9706-470E4F99AEF6}" destId="{84CAB2CD-896B-4F70-A222-2DAC9F937B83}" srcOrd="0" destOrd="0" presId="urn:microsoft.com/office/officeart/2008/layout/LinedList"/>
    <dgm:cxn modelId="{E72C47C4-CD69-4E64-914D-04CF0F48493A}" type="presParOf" srcId="{550AB5B9-3A30-4FB5-9706-470E4F99AEF6}" destId="{8D0F6795-185F-4724-B804-0D126486044E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256A6A44-0839-4AF7-8418-C7F534368B29}" type="doc">
      <dgm:prSet loTypeId="urn:microsoft.com/office/officeart/2008/layout/LinedList" loCatId="list" qsTypeId="urn:microsoft.com/office/officeart/2005/8/quickstyle/simple1" qsCatId="simple" csTypeId="urn:microsoft.com/office/officeart/2005/8/colors/colorful1" csCatId="colorful"/>
      <dgm:spPr/>
      <dgm:t>
        <a:bodyPr/>
        <a:lstStyle/>
        <a:p>
          <a:endParaRPr lang="en-US"/>
        </a:p>
      </dgm:t>
    </dgm:pt>
    <dgm:pt modelId="{30F3421C-ABBE-4116-97FF-3E5DF1220CF8}">
      <dgm:prSet/>
      <dgm:spPr/>
      <dgm:t>
        <a:bodyPr/>
        <a:lstStyle/>
        <a:p>
          <a:r>
            <a:rPr lang="zh-TW" dirty="0"/>
            <a:t>1.</a:t>
          </a:r>
          <a:r>
            <a:rPr lang="en-US" altLang="zh-TW" dirty="0">
              <a:latin typeface="Posterama"/>
            </a:rPr>
            <a:t>Safari</a:t>
          </a:r>
          <a:endParaRPr lang="en-US" dirty="0"/>
        </a:p>
      </dgm:t>
    </dgm:pt>
    <dgm:pt modelId="{5E028600-7A9C-4CDD-8CFA-739C291013C0}" type="parTrans" cxnId="{BAFB3972-D149-4FCF-9079-E7B2E350587F}">
      <dgm:prSet/>
      <dgm:spPr/>
      <dgm:t>
        <a:bodyPr/>
        <a:lstStyle/>
        <a:p>
          <a:endParaRPr lang="en-US"/>
        </a:p>
      </dgm:t>
    </dgm:pt>
    <dgm:pt modelId="{2CE24F97-A7BE-4311-8D84-D6E67E4DEC8E}" type="sibTrans" cxnId="{BAFB3972-D149-4FCF-9079-E7B2E350587F}">
      <dgm:prSet/>
      <dgm:spPr/>
      <dgm:t>
        <a:bodyPr/>
        <a:lstStyle/>
        <a:p>
          <a:endParaRPr lang="en-US"/>
        </a:p>
      </dgm:t>
    </dgm:pt>
    <dgm:pt modelId="{846337F3-F573-462D-8318-8978B1B16FF4}">
      <dgm:prSet/>
      <dgm:spPr/>
      <dgm:t>
        <a:bodyPr/>
        <a:lstStyle/>
        <a:p>
          <a:r>
            <a:rPr lang="zh-TW" dirty="0"/>
            <a:t>2.</a:t>
          </a:r>
          <a:r>
            <a:rPr lang="en-US" altLang="zh-TW" dirty="0">
              <a:latin typeface="Posterama"/>
            </a:rPr>
            <a:t>Chrome</a:t>
          </a:r>
          <a:endParaRPr lang="en-US" dirty="0"/>
        </a:p>
      </dgm:t>
    </dgm:pt>
    <dgm:pt modelId="{E9DDD12B-4FA4-470D-9914-E448CF4ECA46}" type="parTrans" cxnId="{6B430620-C6FA-4255-AF37-5462D2BC8168}">
      <dgm:prSet/>
      <dgm:spPr/>
      <dgm:t>
        <a:bodyPr/>
        <a:lstStyle/>
        <a:p>
          <a:endParaRPr lang="en-US"/>
        </a:p>
      </dgm:t>
    </dgm:pt>
    <dgm:pt modelId="{9B1B2ACF-A4EF-45C3-8865-E61B1606210E}" type="sibTrans" cxnId="{6B430620-C6FA-4255-AF37-5462D2BC8168}">
      <dgm:prSet/>
      <dgm:spPr/>
      <dgm:t>
        <a:bodyPr/>
        <a:lstStyle/>
        <a:p>
          <a:endParaRPr lang="en-US"/>
        </a:p>
      </dgm:t>
    </dgm:pt>
    <dgm:pt modelId="{16DECBCC-7A64-4AC5-83F1-1103E5BA7116}">
      <dgm:prSet/>
      <dgm:spPr/>
      <dgm:t>
        <a:bodyPr/>
        <a:lstStyle/>
        <a:p>
          <a:pPr rtl="0"/>
          <a:r>
            <a:rPr lang="zh-TW" dirty="0"/>
            <a:t>3.</a:t>
          </a:r>
          <a:r>
            <a:rPr lang="en-US" altLang="zh-TW" dirty="0">
              <a:latin typeface="Posterama"/>
            </a:rPr>
            <a:t>Microsoft</a:t>
          </a:r>
          <a:r>
            <a:rPr lang="zh-TW" altLang="en-US" dirty="0">
              <a:latin typeface="Posterama"/>
            </a:rPr>
            <a:t> E</a:t>
          </a:r>
          <a:r>
            <a:rPr lang="en-US" altLang="zh-TW" dirty="0">
              <a:latin typeface="Posterama"/>
            </a:rPr>
            <a:t>dge</a:t>
          </a:r>
          <a:r>
            <a:rPr lang="zh-TW" dirty="0"/>
            <a:t> </a:t>
          </a:r>
          <a:endParaRPr lang="en-US" dirty="0"/>
        </a:p>
      </dgm:t>
    </dgm:pt>
    <dgm:pt modelId="{13772D1E-2ABD-47E2-BF76-F7388B6B0EDF}" type="parTrans" cxnId="{DA8D6669-8813-43BA-AFD6-85E5C65FC422}">
      <dgm:prSet/>
      <dgm:spPr/>
      <dgm:t>
        <a:bodyPr/>
        <a:lstStyle/>
        <a:p>
          <a:endParaRPr lang="en-US"/>
        </a:p>
      </dgm:t>
    </dgm:pt>
    <dgm:pt modelId="{1B00D8D2-D7FE-4A5C-9EE2-A29967252B09}" type="sibTrans" cxnId="{DA8D6669-8813-43BA-AFD6-85E5C65FC422}">
      <dgm:prSet/>
      <dgm:spPr/>
      <dgm:t>
        <a:bodyPr/>
        <a:lstStyle/>
        <a:p>
          <a:endParaRPr lang="en-US"/>
        </a:p>
      </dgm:t>
    </dgm:pt>
    <dgm:pt modelId="{A16DC125-2903-478B-B3F7-09BC9C01B702}">
      <dgm:prSet/>
      <dgm:spPr/>
      <dgm:t>
        <a:bodyPr/>
        <a:lstStyle/>
        <a:p>
          <a:pPr rtl="0"/>
          <a:r>
            <a:rPr lang="zh-TW" dirty="0"/>
            <a:t>4.</a:t>
          </a:r>
          <a:r>
            <a:rPr lang="en-US" altLang="zh-TW" dirty="0">
              <a:latin typeface="Posterama"/>
            </a:rPr>
            <a:t>Samsung</a:t>
          </a:r>
          <a:r>
            <a:rPr lang="zh-TW" altLang="en-US" dirty="0">
              <a:latin typeface="Posterama"/>
            </a:rPr>
            <a:t> B</a:t>
          </a:r>
          <a:r>
            <a:rPr lang="en-US" altLang="zh-TW" dirty="0">
              <a:latin typeface="Posterama"/>
            </a:rPr>
            <a:t>rowser</a:t>
          </a:r>
          <a:endParaRPr lang="en-US" dirty="0"/>
        </a:p>
      </dgm:t>
    </dgm:pt>
    <dgm:pt modelId="{24917BAE-1ABA-4AE4-8D78-3462FE9CFE2A}" type="parTrans" cxnId="{7CF9CB33-FABE-4A0B-938B-41A6BF51D502}">
      <dgm:prSet/>
      <dgm:spPr/>
      <dgm:t>
        <a:bodyPr/>
        <a:lstStyle/>
        <a:p>
          <a:endParaRPr lang="en-US"/>
        </a:p>
      </dgm:t>
    </dgm:pt>
    <dgm:pt modelId="{6CA4E911-BFB1-4416-BAE6-B8B7CA87F0D2}" type="sibTrans" cxnId="{7CF9CB33-FABE-4A0B-938B-41A6BF51D502}">
      <dgm:prSet/>
      <dgm:spPr/>
      <dgm:t>
        <a:bodyPr/>
        <a:lstStyle/>
        <a:p>
          <a:endParaRPr lang="en-US"/>
        </a:p>
      </dgm:t>
    </dgm:pt>
    <dgm:pt modelId="{FB28F20B-BBF5-4CC5-83D4-EB270DF9E955}" type="pres">
      <dgm:prSet presAssocID="{256A6A44-0839-4AF7-8418-C7F534368B29}" presName="vert0" presStyleCnt="0">
        <dgm:presLayoutVars>
          <dgm:dir/>
          <dgm:animOne val="branch"/>
          <dgm:animLvl val="lvl"/>
        </dgm:presLayoutVars>
      </dgm:prSet>
      <dgm:spPr/>
    </dgm:pt>
    <dgm:pt modelId="{437F6269-67D0-4378-8B98-EE95062DA87F}" type="pres">
      <dgm:prSet presAssocID="{30F3421C-ABBE-4116-97FF-3E5DF1220CF8}" presName="thickLine" presStyleLbl="alignNode1" presStyleIdx="0" presStyleCnt="4"/>
      <dgm:spPr/>
    </dgm:pt>
    <dgm:pt modelId="{5217342A-D874-497D-B25E-32F71F695FB6}" type="pres">
      <dgm:prSet presAssocID="{30F3421C-ABBE-4116-97FF-3E5DF1220CF8}" presName="horz1" presStyleCnt="0"/>
      <dgm:spPr/>
    </dgm:pt>
    <dgm:pt modelId="{95FA54CB-BA29-4FF1-B1C5-A68F74E55E4E}" type="pres">
      <dgm:prSet presAssocID="{30F3421C-ABBE-4116-97FF-3E5DF1220CF8}" presName="tx1" presStyleLbl="revTx" presStyleIdx="0" presStyleCnt="4"/>
      <dgm:spPr/>
    </dgm:pt>
    <dgm:pt modelId="{F5BFD24B-735D-4241-AEED-582117741ED6}" type="pres">
      <dgm:prSet presAssocID="{30F3421C-ABBE-4116-97FF-3E5DF1220CF8}" presName="vert1" presStyleCnt="0"/>
      <dgm:spPr/>
    </dgm:pt>
    <dgm:pt modelId="{B515B0E7-B4A8-4B9A-9727-4E618E7D8EFB}" type="pres">
      <dgm:prSet presAssocID="{846337F3-F573-462D-8318-8978B1B16FF4}" presName="thickLine" presStyleLbl="alignNode1" presStyleIdx="1" presStyleCnt="4"/>
      <dgm:spPr/>
    </dgm:pt>
    <dgm:pt modelId="{333D3325-D824-4FBF-8F58-160E54002CEC}" type="pres">
      <dgm:prSet presAssocID="{846337F3-F573-462D-8318-8978B1B16FF4}" presName="horz1" presStyleCnt="0"/>
      <dgm:spPr/>
    </dgm:pt>
    <dgm:pt modelId="{70948249-EEC1-40FF-BB7C-867D72AB5D0F}" type="pres">
      <dgm:prSet presAssocID="{846337F3-F573-462D-8318-8978B1B16FF4}" presName="tx1" presStyleLbl="revTx" presStyleIdx="1" presStyleCnt="4"/>
      <dgm:spPr/>
    </dgm:pt>
    <dgm:pt modelId="{0A2D87C5-AD70-4557-8CE8-D201365F6DDD}" type="pres">
      <dgm:prSet presAssocID="{846337F3-F573-462D-8318-8978B1B16FF4}" presName="vert1" presStyleCnt="0"/>
      <dgm:spPr/>
    </dgm:pt>
    <dgm:pt modelId="{C72540BF-E22E-4169-82B9-F437C6EC1D42}" type="pres">
      <dgm:prSet presAssocID="{16DECBCC-7A64-4AC5-83F1-1103E5BA7116}" presName="thickLine" presStyleLbl="alignNode1" presStyleIdx="2" presStyleCnt="4"/>
      <dgm:spPr/>
    </dgm:pt>
    <dgm:pt modelId="{6598F381-924C-4719-8CEF-8F3813AA77FB}" type="pres">
      <dgm:prSet presAssocID="{16DECBCC-7A64-4AC5-83F1-1103E5BA7116}" presName="horz1" presStyleCnt="0"/>
      <dgm:spPr/>
    </dgm:pt>
    <dgm:pt modelId="{8AFD3F94-5EE4-4C47-90B7-74C9FA0EF9BB}" type="pres">
      <dgm:prSet presAssocID="{16DECBCC-7A64-4AC5-83F1-1103E5BA7116}" presName="tx1" presStyleLbl="revTx" presStyleIdx="2" presStyleCnt="4"/>
      <dgm:spPr/>
    </dgm:pt>
    <dgm:pt modelId="{5C0F6982-1C9D-4CDF-8674-E3F545DE76FF}" type="pres">
      <dgm:prSet presAssocID="{16DECBCC-7A64-4AC5-83F1-1103E5BA7116}" presName="vert1" presStyleCnt="0"/>
      <dgm:spPr/>
    </dgm:pt>
    <dgm:pt modelId="{669E16F3-774B-44E3-AEBE-C1A266CB13ED}" type="pres">
      <dgm:prSet presAssocID="{A16DC125-2903-478B-B3F7-09BC9C01B702}" presName="thickLine" presStyleLbl="alignNode1" presStyleIdx="3" presStyleCnt="4"/>
      <dgm:spPr/>
    </dgm:pt>
    <dgm:pt modelId="{FAB7732E-EBC3-431B-8059-9D6454E1B90C}" type="pres">
      <dgm:prSet presAssocID="{A16DC125-2903-478B-B3F7-09BC9C01B702}" presName="horz1" presStyleCnt="0"/>
      <dgm:spPr/>
    </dgm:pt>
    <dgm:pt modelId="{74366398-1952-4E85-A81C-DA5165C8B276}" type="pres">
      <dgm:prSet presAssocID="{A16DC125-2903-478B-B3F7-09BC9C01B702}" presName="tx1" presStyleLbl="revTx" presStyleIdx="3" presStyleCnt="4"/>
      <dgm:spPr/>
    </dgm:pt>
    <dgm:pt modelId="{E9575E76-F363-453E-B588-803FE2685912}" type="pres">
      <dgm:prSet presAssocID="{A16DC125-2903-478B-B3F7-09BC9C01B702}" presName="vert1" presStyleCnt="0"/>
      <dgm:spPr/>
    </dgm:pt>
  </dgm:ptLst>
  <dgm:cxnLst>
    <dgm:cxn modelId="{88C29814-3615-4454-AB0C-965B6048CF6A}" type="presOf" srcId="{A16DC125-2903-478B-B3F7-09BC9C01B702}" destId="{74366398-1952-4E85-A81C-DA5165C8B276}" srcOrd="0" destOrd="0" presId="urn:microsoft.com/office/officeart/2008/layout/LinedList"/>
    <dgm:cxn modelId="{6B430620-C6FA-4255-AF37-5462D2BC8168}" srcId="{256A6A44-0839-4AF7-8418-C7F534368B29}" destId="{846337F3-F573-462D-8318-8978B1B16FF4}" srcOrd="1" destOrd="0" parTransId="{E9DDD12B-4FA4-470D-9914-E448CF4ECA46}" sibTransId="{9B1B2ACF-A4EF-45C3-8865-E61B1606210E}"/>
    <dgm:cxn modelId="{7CF9CB33-FABE-4A0B-938B-41A6BF51D502}" srcId="{256A6A44-0839-4AF7-8418-C7F534368B29}" destId="{A16DC125-2903-478B-B3F7-09BC9C01B702}" srcOrd="3" destOrd="0" parTransId="{24917BAE-1ABA-4AE4-8D78-3462FE9CFE2A}" sibTransId="{6CA4E911-BFB1-4416-BAE6-B8B7CA87F0D2}"/>
    <dgm:cxn modelId="{DA8D6669-8813-43BA-AFD6-85E5C65FC422}" srcId="{256A6A44-0839-4AF7-8418-C7F534368B29}" destId="{16DECBCC-7A64-4AC5-83F1-1103E5BA7116}" srcOrd="2" destOrd="0" parTransId="{13772D1E-2ABD-47E2-BF76-F7388B6B0EDF}" sibTransId="{1B00D8D2-D7FE-4A5C-9EE2-A29967252B09}"/>
    <dgm:cxn modelId="{BAFB3972-D149-4FCF-9079-E7B2E350587F}" srcId="{256A6A44-0839-4AF7-8418-C7F534368B29}" destId="{30F3421C-ABBE-4116-97FF-3E5DF1220CF8}" srcOrd="0" destOrd="0" parTransId="{5E028600-7A9C-4CDD-8CFA-739C291013C0}" sibTransId="{2CE24F97-A7BE-4311-8D84-D6E67E4DEC8E}"/>
    <dgm:cxn modelId="{159CCF73-C1F2-415F-B761-9C068E34B6F0}" type="presOf" srcId="{256A6A44-0839-4AF7-8418-C7F534368B29}" destId="{FB28F20B-BBF5-4CC5-83D4-EB270DF9E955}" srcOrd="0" destOrd="0" presId="urn:microsoft.com/office/officeart/2008/layout/LinedList"/>
    <dgm:cxn modelId="{57B5E2D7-A561-4129-AB5E-4580E88B5899}" type="presOf" srcId="{16DECBCC-7A64-4AC5-83F1-1103E5BA7116}" destId="{8AFD3F94-5EE4-4C47-90B7-74C9FA0EF9BB}" srcOrd="0" destOrd="0" presId="urn:microsoft.com/office/officeart/2008/layout/LinedList"/>
    <dgm:cxn modelId="{5611F3F6-21E8-4917-B99F-5704A0B53FC2}" type="presOf" srcId="{846337F3-F573-462D-8318-8978B1B16FF4}" destId="{70948249-EEC1-40FF-BB7C-867D72AB5D0F}" srcOrd="0" destOrd="0" presId="urn:microsoft.com/office/officeart/2008/layout/LinedList"/>
    <dgm:cxn modelId="{FFFC03FF-A4AC-44CE-BA3C-6FECFF1599DC}" type="presOf" srcId="{30F3421C-ABBE-4116-97FF-3E5DF1220CF8}" destId="{95FA54CB-BA29-4FF1-B1C5-A68F74E55E4E}" srcOrd="0" destOrd="0" presId="urn:microsoft.com/office/officeart/2008/layout/LinedList"/>
    <dgm:cxn modelId="{6422422E-1BBB-4AF8-AAA8-4D22F4423ECB}" type="presParOf" srcId="{FB28F20B-BBF5-4CC5-83D4-EB270DF9E955}" destId="{437F6269-67D0-4378-8B98-EE95062DA87F}" srcOrd="0" destOrd="0" presId="urn:microsoft.com/office/officeart/2008/layout/LinedList"/>
    <dgm:cxn modelId="{469FFE76-BA06-4377-A5D3-BF2CA4644C6A}" type="presParOf" srcId="{FB28F20B-BBF5-4CC5-83D4-EB270DF9E955}" destId="{5217342A-D874-497D-B25E-32F71F695FB6}" srcOrd="1" destOrd="0" presId="urn:microsoft.com/office/officeart/2008/layout/LinedList"/>
    <dgm:cxn modelId="{451A0A24-F84F-4998-8E9E-74073774C208}" type="presParOf" srcId="{5217342A-D874-497D-B25E-32F71F695FB6}" destId="{95FA54CB-BA29-4FF1-B1C5-A68F74E55E4E}" srcOrd="0" destOrd="0" presId="urn:microsoft.com/office/officeart/2008/layout/LinedList"/>
    <dgm:cxn modelId="{A86C83BB-3623-4E89-8D95-E1804A3E6369}" type="presParOf" srcId="{5217342A-D874-497D-B25E-32F71F695FB6}" destId="{F5BFD24B-735D-4241-AEED-582117741ED6}" srcOrd="1" destOrd="0" presId="urn:microsoft.com/office/officeart/2008/layout/LinedList"/>
    <dgm:cxn modelId="{051C6686-B414-4B49-A94D-D73FDCB4BE77}" type="presParOf" srcId="{FB28F20B-BBF5-4CC5-83D4-EB270DF9E955}" destId="{B515B0E7-B4A8-4B9A-9727-4E618E7D8EFB}" srcOrd="2" destOrd="0" presId="urn:microsoft.com/office/officeart/2008/layout/LinedList"/>
    <dgm:cxn modelId="{8B0EC0D7-4074-4138-B635-74479888CDFD}" type="presParOf" srcId="{FB28F20B-BBF5-4CC5-83D4-EB270DF9E955}" destId="{333D3325-D824-4FBF-8F58-160E54002CEC}" srcOrd="3" destOrd="0" presId="urn:microsoft.com/office/officeart/2008/layout/LinedList"/>
    <dgm:cxn modelId="{5F06BA05-DD88-45D4-B9AF-4CC2087B531E}" type="presParOf" srcId="{333D3325-D824-4FBF-8F58-160E54002CEC}" destId="{70948249-EEC1-40FF-BB7C-867D72AB5D0F}" srcOrd="0" destOrd="0" presId="urn:microsoft.com/office/officeart/2008/layout/LinedList"/>
    <dgm:cxn modelId="{44D9E207-52DB-4C04-A8B1-029A636EA996}" type="presParOf" srcId="{333D3325-D824-4FBF-8F58-160E54002CEC}" destId="{0A2D87C5-AD70-4557-8CE8-D201365F6DDD}" srcOrd="1" destOrd="0" presId="urn:microsoft.com/office/officeart/2008/layout/LinedList"/>
    <dgm:cxn modelId="{5050DFF4-807F-463F-A9F4-7B9A727A42E4}" type="presParOf" srcId="{FB28F20B-BBF5-4CC5-83D4-EB270DF9E955}" destId="{C72540BF-E22E-4169-82B9-F437C6EC1D42}" srcOrd="4" destOrd="0" presId="urn:microsoft.com/office/officeart/2008/layout/LinedList"/>
    <dgm:cxn modelId="{BEE49FA0-4DBF-4E82-8907-331CC6CE240A}" type="presParOf" srcId="{FB28F20B-BBF5-4CC5-83D4-EB270DF9E955}" destId="{6598F381-924C-4719-8CEF-8F3813AA77FB}" srcOrd="5" destOrd="0" presId="urn:microsoft.com/office/officeart/2008/layout/LinedList"/>
    <dgm:cxn modelId="{8742DDF3-21CB-4C32-84C0-5EDADA0B56BC}" type="presParOf" srcId="{6598F381-924C-4719-8CEF-8F3813AA77FB}" destId="{8AFD3F94-5EE4-4C47-90B7-74C9FA0EF9BB}" srcOrd="0" destOrd="0" presId="urn:microsoft.com/office/officeart/2008/layout/LinedList"/>
    <dgm:cxn modelId="{4AE3B72B-2CCF-4AF2-A39D-A1F2D8A830F6}" type="presParOf" srcId="{6598F381-924C-4719-8CEF-8F3813AA77FB}" destId="{5C0F6982-1C9D-4CDF-8674-E3F545DE76FF}" srcOrd="1" destOrd="0" presId="urn:microsoft.com/office/officeart/2008/layout/LinedList"/>
    <dgm:cxn modelId="{E288542D-9F23-457A-9A5D-02F184863821}" type="presParOf" srcId="{FB28F20B-BBF5-4CC5-83D4-EB270DF9E955}" destId="{669E16F3-774B-44E3-AEBE-C1A266CB13ED}" srcOrd="6" destOrd="0" presId="urn:microsoft.com/office/officeart/2008/layout/LinedList"/>
    <dgm:cxn modelId="{B774BD16-9E6B-487C-B26A-55541814D715}" type="presParOf" srcId="{FB28F20B-BBF5-4CC5-83D4-EB270DF9E955}" destId="{FAB7732E-EBC3-431B-8059-9D6454E1B90C}" srcOrd="7" destOrd="0" presId="urn:microsoft.com/office/officeart/2008/layout/LinedList"/>
    <dgm:cxn modelId="{667BAA41-5B00-4148-87B7-6B3AB80FC1B1}" type="presParOf" srcId="{FAB7732E-EBC3-431B-8059-9D6454E1B90C}" destId="{74366398-1952-4E85-A81C-DA5165C8B276}" srcOrd="0" destOrd="0" presId="urn:microsoft.com/office/officeart/2008/layout/LinedList"/>
    <dgm:cxn modelId="{82090C80-B517-4560-9E82-39C0E19959F1}" type="presParOf" srcId="{FAB7732E-EBC3-431B-8059-9D6454E1B90C}" destId="{E9575E76-F363-453E-B588-803FE2685912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A7572D19-D4AD-42B5-AC5B-A0153D06036C}" type="doc">
      <dgm:prSet loTypeId="urn:microsoft.com/office/officeart/2018/2/layout/IconVerticalSolidList" loCatId="icon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C50B358F-23F7-4335-86EE-912B1924FB2C}">
      <dgm:prSet/>
      <dgm:spPr/>
      <dgm:t>
        <a:bodyPr/>
        <a:lstStyle/>
        <a:p>
          <a:pPr rtl="0">
            <a:lnSpc>
              <a:spcPct val="100000"/>
            </a:lnSpc>
          </a:pPr>
          <a:r>
            <a:rPr lang="zh-CN"/>
            <a:t>成品</a:t>
          </a:r>
          <a:r>
            <a:rPr lang="zh-CN" altLang="en-US">
              <a:latin typeface="Posterama"/>
            </a:rPr>
            <a:t>主題:五專回歸 青出</a:t>
          </a:r>
          <a:r>
            <a:rPr lang="zh-CN" altLang="en-US" dirty="0">
              <a:latin typeface="Posterama"/>
            </a:rPr>
            <a:t>於藍 更勝於藍 </a:t>
          </a:r>
          <a:endParaRPr lang="zh-TW" altLang="en-US" dirty="0">
            <a:latin typeface="Posterama"/>
          </a:endParaRPr>
        </a:p>
      </dgm:t>
    </dgm:pt>
    <dgm:pt modelId="{61C559BA-5F55-4644-8F34-D5FF296AA336}" type="parTrans" cxnId="{E2FE8715-C3E2-4E95-9626-CAFB8EF46F71}">
      <dgm:prSet/>
      <dgm:spPr/>
      <dgm:t>
        <a:bodyPr/>
        <a:lstStyle/>
        <a:p>
          <a:endParaRPr lang="en-US"/>
        </a:p>
      </dgm:t>
    </dgm:pt>
    <dgm:pt modelId="{8551CD35-F8C7-4B6D-956E-0A95B80F866A}" type="sibTrans" cxnId="{E2FE8715-C3E2-4E95-9626-CAFB8EF46F71}">
      <dgm:prSet/>
      <dgm:spPr/>
      <dgm:t>
        <a:bodyPr/>
        <a:lstStyle/>
        <a:p>
          <a:endParaRPr lang="en-US"/>
        </a:p>
      </dgm:t>
    </dgm:pt>
    <dgm:pt modelId="{5863E22C-26D3-44E3-8559-7C28C2635BCC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dirty="0">
              <a:hlinkClick xmlns:r="http://schemas.openxmlformats.org/officeDocument/2006/relationships" r:id="rId1"/>
            </a:rPr>
            <a:t>https://nutccsieandy.github.io/1110832098/</a:t>
          </a:r>
          <a:endParaRPr lang="en-US" dirty="0"/>
        </a:p>
      </dgm:t>
    </dgm:pt>
    <dgm:pt modelId="{6582D0C0-E619-4A5B-A11E-AC49D47A0C7F}" type="parTrans" cxnId="{CC164B1A-A49D-4B54-A52E-5BEC3C7B7525}">
      <dgm:prSet/>
      <dgm:spPr/>
      <dgm:t>
        <a:bodyPr/>
        <a:lstStyle/>
        <a:p>
          <a:endParaRPr lang="en-US"/>
        </a:p>
      </dgm:t>
    </dgm:pt>
    <dgm:pt modelId="{A804CF9B-0515-4717-AD65-0FF11C28813D}" type="sibTrans" cxnId="{CC164B1A-A49D-4B54-A52E-5BEC3C7B7525}">
      <dgm:prSet/>
      <dgm:spPr/>
      <dgm:t>
        <a:bodyPr/>
        <a:lstStyle/>
        <a:p>
          <a:endParaRPr lang="en-US"/>
        </a:p>
      </dgm:t>
    </dgm:pt>
    <dgm:pt modelId="{D7CDF289-ACE5-497E-A5A8-D7DC1F6AD53F}" type="pres">
      <dgm:prSet presAssocID="{A7572D19-D4AD-42B5-AC5B-A0153D06036C}" presName="root" presStyleCnt="0">
        <dgm:presLayoutVars>
          <dgm:dir/>
          <dgm:resizeHandles val="exact"/>
        </dgm:presLayoutVars>
      </dgm:prSet>
      <dgm:spPr/>
    </dgm:pt>
    <dgm:pt modelId="{C7C8A134-E48B-42AF-AA12-B22D7D5B58E8}" type="pres">
      <dgm:prSet presAssocID="{C50B358F-23F7-4335-86EE-912B1924FB2C}" presName="compNode" presStyleCnt="0"/>
      <dgm:spPr/>
    </dgm:pt>
    <dgm:pt modelId="{252B1233-3913-4F52-A259-3CABCB475AE0}" type="pres">
      <dgm:prSet presAssocID="{C50B358F-23F7-4335-86EE-912B1924FB2C}" presName="bgRect" presStyleLbl="bgShp" presStyleIdx="0" presStyleCnt="2"/>
      <dgm:spPr/>
    </dgm:pt>
    <dgm:pt modelId="{0496D5EE-BDB1-490F-B887-A047313EF3A6}" type="pres">
      <dgm:prSet presAssocID="{C50B358F-23F7-4335-86EE-912B1924FB2C}" presName="iconRect" presStyleLbl="node1" presStyleIdx="0" presStyleCnt="2"/>
      <dgm:spPr>
        <a:blipFill>
          <a:blip xmlns:r="http://schemas.openxmlformats.org/officeDocument/2006/relationships"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氣球"/>
        </a:ext>
      </dgm:extLst>
    </dgm:pt>
    <dgm:pt modelId="{9A5DA541-735F-4F31-AFB2-618E6C9E1294}" type="pres">
      <dgm:prSet presAssocID="{C50B358F-23F7-4335-86EE-912B1924FB2C}" presName="spaceRect" presStyleCnt="0"/>
      <dgm:spPr/>
    </dgm:pt>
    <dgm:pt modelId="{47DBD23D-749A-4EB5-8EA2-914817210E26}" type="pres">
      <dgm:prSet presAssocID="{C50B358F-23F7-4335-86EE-912B1924FB2C}" presName="parTx" presStyleLbl="revTx" presStyleIdx="0" presStyleCnt="2">
        <dgm:presLayoutVars>
          <dgm:chMax val="0"/>
          <dgm:chPref val="0"/>
        </dgm:presLayoutVars>
      </dgm:prSet>
      <dgm:spPr/>
    </dgm:pt>
    <dgm:pt modelId="{9E037105-6BFE-4778-A878-FC7B45044551}" type="pres">
      <dgm:prSet presAssocID="{8551CD35-F8C7-4B6D-956E-0A95B80F866A}" presName="sibTrans" presStyleCnt="0"/>
      <dgm:spPr/>
    </dgm:pt>
    <dgm:pt modelId="{E2834363-0FAA-4242-9211-DF19E36E9A23}" type="pres">
      <dgm:prSet presAssocID="{5863E22C-26D3-44E3-8559-7C28C2635BCC}" presName="compNode" presStyleCnt="0"/>
      <dgm:spPr/>
    </dgm:pt>
    <dgm:pt modelId="{AA354749-6748-4D02-981E-0BF6D1A60BDA}" type="pres">
      <dgm:prSet presAssocID="{5863E22C-26D3-44E3-8559-7C28C2635BCC}" presName="bgRect" presStyleLbl="bgShp" presStyleIdx="1" presStyleCnt="2"/>
      <dgm:spPr/>
    </dgm:pt>
    <dgm:pt modelId="{F652B5E7-04C4-4FBA-BD5F-71F6B32A3F89}" type="pres">
      <dgm:prSet presAssocID="{5863E22C-26D3-44E3-8559-7C28C2635BCC}" presName="iconRect" presStyleLbl="node1" presStyleIdx="1" presStyleCnt="2"/>
      <dgm:spPr>
        <a:blipFill>
          <a:blip xmlns:r="http://schemas.openxmlformats.org/officeDocument/2006/relationships"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Earth Globe Americas"/>
        </a:ext>
      </dgm:extLst>
    </dgm:pt>
    <dgm:pt modelId="{5B98D754-D69C-4E34-A484-A8002CC90C0E}" type="pres">
      <dgm:prSet presAssocID="{5863E22C-26D3-44E3-8559-7C28C2635BCC}" presName="spaceRect" presStyleCnt="0"/>
      <dgm:spPr/>
    </dgm:pt>
    <dgm:pt modelId="{491375E0-4A6A-4000-9CD6-4A82320CCE5D}" type="pres">
      <dgm:prSet presAssocID="{5863E22C-26D3-44E3-8559-7C28C2635BCC}" presName="parTx" presStyleLbl="revTx" presStyleIdx="1" presStyleCnt="2">
        <dgm:presLayoutVars>
          <dgm:chMax val="0"/>
          <dgm:chPref val="0"/>
        </dgm:presLayoutVars>
      </dgm:prSet>
      <dgm:spPr/>
    </dgm:pt>
  </dgm:ptLst>
  <dgm:cxnLst>
    <dgm:cxn modelId="{8EBFAE12-DA01-48AD-8AF1-3AE872F2E78B}" type="presOf" srcId="{5863E22C-26D3-44E3-8559-7C28C2635BCC}" destId="{491375E0-4A6A-4000-9CD6-4A82320CCE5D}" srcOrd="0" destOrd="0" presId="urn:microsoft.com/office/officeart/2018/2/layout/IconVerticalSolidList"/>
    <dgm:cxn modelId="{E2FE8715-C3E2-4E95-9626-CAFB8EF46F71}" srcId="{A7572D19-D4AD-42B5-AC5B-A0153D06036C}" destId="{C50B358F-23F7-4335-86EE-912B1924FB2C}" srcOrd="0" destOrd="0" parTransId="{61C559BA-5F55-4644-8F34-D5FF296AA336}" sibTransId="{8551CD35-F8C7-4B6D-956E-0A95B80F866A}"/>
    <dgm:cxn modelId="{CC164B1A-A49D-4B54-A52E-5BEC3C7B7525}" srcId="{A7572D19-D4AD-42B5-AC5B-A0153D06036C}" destId="{5863E22C-26D3-44E3-8559-7C28C2635BCC}" srcOrd="1" destOrd="0" parTransId="{6582D0C0-E619-4A5B-A11E-AC49D47A0C7F}" sibTransId="{A804CF9B-0515-4717-AD65-0FF11C28813D}"/>
    <dgm:cxn modelId="{FEB09254-FF65-49D2-911F-23E5A8DEF5B6}" type="presOf" srcId="{A7572D19-D4AD-42B5-AC5B-A0153D06036C}" destId="{D7CDF289-ACE5-497E-A5A8-D7DC1F6AD53F}" srcOrd="0" destOrd="0" presId="urn:microsoft.com/office/officeart/2018/2/layout/IconVerticalSolidList"/>
    <dgm:cxn modelId="{0083C294-07ED-4B71-BDEB-956FFF3895CC}" type="presOf" srcId="{C50B358F-23F7-4335-86EE-912B1924FB2C}" destId="{47DBD23D-749A-4EB5-8EA2-914817210E26}" srcOrd="0" destOrd="0" presId="urn:microsoft.com/office/officeart/2018/2/layout/IconVerticalSolidList"/>
    <dgm:cxn modelId="{0A27A8AF-6AA0-407B-9AA4-C574150BD65A}" type="presParOf" srcId="{D7CDF289-ACE5-497E-A5A8-D7DC1F6AD53F}" destId="{C7C8A134-E48B-42AF-AA12-B22D7D5B58E8}" srcOrd="0" destOrd="0" presId="urn:microsoft.com/office/officeart/2018/2/layout/IconVerticalSolidList"/>
    <dgm:cxn modelId="{41816AD4-F702-415B-9369-A857CA9371B9}" type="presParOf" srcId="{C7C8A134-E48B-42AF-AA12-B22D7D5B58E8}" destId="{252B1233-3913-4F52-A259-3CABCB475AE0}" srcOrd="0" destOrd="0" presId="urn:microsoft.com/office/officeart/2018/2/layout/IconVerticalSolidList"/>
    <dgm:cxn modelId="{5902870E-AEF3-49CD-9EE1-22215D78A74F}" type="presParOf" srcId="{C7C8A134-E48B-42AF-AA12-B22D7D5B58E8}" destId="{0496D5EE-BDB1-490F-B887-A047313EF3A6}" srcOrd="1" destOrd="0" presId="urn:microsoft.com/office/officeart/2018/2/layout/IconVerticalSolidList"/>
    <dgm:cxn modelId="{4EFE94A0-1173-415F-80F7-E9D314A53B0A}" type="presParOf" srcId="{C7C8A134-E48B-42AF-AA12-B22D7D5B58E8}" destId="{9A5DA541-735F-4F31-AFB2-618E6C9E1294}" srcOrd="2" destOrd="0" presId="urn:microsoft.com/office/officeart/2018/2/layout/IconVerticalSolidList"/>
    <dgm:cxn modelId="{ECFFA049-3B31-4ADE-B5BF-3B8838F2B743}" type="presParOf" srcId="{C7C8A134-E48B-42AF-AA12-B22D7D5B58E8}" destId="{47DBD23D-749A-4EB5-8EA2-914817210E26}" srcOrd="3" destOrd="0" presId="urn:microsoft.com/office/officeart/2018/2/layout/IconVerticalSolidList"/>
    <dgm:cxn modelId="{EB24ABFA-E3BE-4BF3-99A6-1BB74820FA06}" type="presParOf" srcId="{D7CDF289-ACE5-497E-A5A8-D7DC1F6AD53F}" destId="{9E037105-6BFE-4778-A878-FC7B45044551}" srcOrd="1" destOrd="0" presId="urn:microsoft.com/office/officeart/2018/2/layout/IconVerticalSolidList"/>
    <dgm:cxn modelId="{D1ED0D1F-16FF-40B9-88ED-8F218C9A02B7}" type="presParOf" srcId="{D7CDF289-ACE5-497E-A5A8-D7DC1F6AD53F}" destId="{E2834363-0FAA-4242-9211-DF19E36E9A23}" srcOrd="2" destOrd="0" presId="urn:microsoft.com/office/officeart/2018/2/layout/IconVerticalSolidList"/>
    <dgm:cxn modelId="{B0AA234B-9D2B-4648-ACE2-EC2A5CB3EAB6}" type="presParOf" srcId="{E2834363-0FAA-4242-9211-DF19E36E9A23}" destId="{AA354749-6748-4D02-981E-0BF6D1A60BDA}" srcOrd="0" destOrd="0" presId="urn:microsoft.com/office/officeart/2018/2/layout/IconVerticalSolidList"/>
    <dgm:cxn modelId="{502B217D-9A09-4968-8151-FA9167B87B7F}" type="presParOf" srcId="{E2834363-0FAA-4242-9211-DF19E36E9A23}" destId="{F652B5E7-04C4-4FBA-BD5F-71F6B32A3F89}" srcOrd="1" destOrd="0" presId="urn:microsoft.com/office/officeart/2018/2/layout/IconVerticalSolidList"/>
    <dgm:cxn modelId="{D8512D64-B8D3-4807-B9C5-9F804B9D7EF4}" type="presParOf" srcId="{E2834363-0FAA-4242-9211-DF19E36E9A23}" destId="{5B98D754-D69C-4E34-A484-A8002CC90C0E}" srcOrd="2" destOrd="0" presId="urn:microsoft.com/office/officeart/2018/2/layout/IconVerticalSolidList"/>
    <dgm:cxn modelId="{AC285C9F-6D55-454A-B874-30B83E87A00A}" type="presParOf" srcId="{E2834363-0FAA-4242-9211-DF19E36E9A23}" destId="{491375E0-4A6A-4000-9CD6-4A82320CCE5D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E41CDD3-8367-41CD-850C-20617481C588}">
      <dsp:nvSpPr>
        <dsp:cNvPr id="0" name=""/>
        <dsp:cNvSpPr/>
      </dsp:nvSpPr>
      <dsp:spPr>
        <a:xfrm>
          <a:off x="0" y="607"/>
          <a:ext cx="5473546" cy="0"/>
        </a:xfrm>
        <a:prstGeom prst="lin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E089B6F-4997-4F9E-BF53-3C51E2DF3E8D}">
      <dsp:nvSpPr>
        <dsp:cNvPr id="0" name=""/>
        <dsp:cNvSpPr/>
      </dsp:nvSpPr>
      <dsp:spPr>
        <a:xfrm>
          <a:off x="0" y="607"/>
          <a:ext cx="5473546" cy="99536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3820" tIns="83820" rIns="83820" bIns="83820" numCol="1" spcCol="1270" anchor="t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TW" sz="2200" kern="1200" dirty="0"/>
            <a:t>1.</a:t>
          </a:r>
          <a:r>
            <a:rPr lang="zh-TW" sz="2200" kern="1200"/>
            <a:t>增加社會大眾對於五年制專科學校的認識</a:t>
          </a:r>
          <a:endParaRPr lang="en-US" sz="2200" kern="1200"/>
        </a:p>
      </dsp:txBody>
      <dsp:txXfrm>
        <a:off x="0" y="607"/>
        <a:ext cx="5473546" cy="995368"/>
      </dsp:txXfrm>
    </dsp:sp>
    <dsp:sp modelId="{844D4A97-162D-4BD0-B590-C15EEAA6F10F}">
      <dsp:nvSpPr>
        <dsp:cNvPr id="0" name=""/>
        <dsp:cNvSpPr/>
      </dsp:nvSpPr>
      <dsp:spPr>
        <a:xfrm>
          <a:off x="0" y="995975"/>
          <a:ext cx="5473546" cy="0"/>
        </a:xfrm>
        <a:prstGeom prst="line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2CE5361-9EDD-4AE8-AA02-DF6C8120E43C}">
      <dsp:nvSpPr>
        <dsp:cNvPr id="0" name=""/>
        <dsp:cNvSpPr/>
      </dsp:nvSpPr>
      <dsp:spPr>
        <a:xfrm>
          <a:off x="0" y="995975"/>
          <a:ext cx="5473546" cy="99536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3820" tIns="83820" rIns="83820" bIns="83820" numCol="1" spcCol="1270" anchor="t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TW" sz="2200" kern="1200" dirty="0"/>
            <a:t>2.</a:t>
          </a:r>
          <a:r>
            <a:rPr lang="zh-TW" sz="2200" kern="1200"/>
            <a:t>讓大家更加了解</a:t>
          </a:r>
          <a:r>
            <a:rPr lang="zh-TW" sz="2200" kern="1200" dirty="0"/>
            <a:t>P-TECH</a:t>
          </a:r>
          <a:r>
            <a:rPr lang="zh-TW" sz="2200" kern="1200"/>
            <a:t>創新學制的特色</a:t>
          </a:r>
          <a:endParaRPr lang="en-US" sz="2200" kern="1200"/>
        </a:p>
      </dsp:txBody>
      <dsp:txXfrm>
        <a:off x="0" y="995975"/>
        <a:ext cx="5473546" cy="995368"/>
      </dsp:txXfrm>
    </dsp:sp>
    <dsp:sp modelId="{39D83DC6-F226-49F6-B161-68D573393F33}">
      <dsp:nvSpPr>
        <dsp:cNvPr id="0" name=""/>
        <dsp:cNvSpPr/>
      </dsp:nvSpPr>
      <dsp:spPr>
        <a:xfrm>
          <a:off x="0" y="1991343"/>
          <a:ext cx="5473546" cy="0"/>
        </a:xfrm>
        <a:prstGeom prst="line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4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3DD14D0-53A4-4189-A381-AD89F7377998}">
      <dsp:nvSpPr>
        <dsp:cNvPr id="0" name=""/>
        <dsp:cNvSpPr/>
      </dsp:nvSpPr>
      <dsp:spPr>
        <a:xfrm>
          <a:off x="0" y="1991343"/>
          <a:ext cx="5473546" cy="99536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3820" tIns="83820" rIns="83820" bIns="83820" numCol="1" spcCol="1270" anchor="t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TW" sz="2200" kern="1200" dirty="0"/>
            <a:t>3.</a:t>
          </a:r>
          <a:r>
            <a:rPr lang="zh-TW" sz="2200" kern="1200"/>
            <a:t>讓有心投入資訊工程的孩子了解資訊工程</a:t>
          </a:r>
          <a:endParaRPr lang="en-US" sz="2200" kern="1200"/>
        </a:p>
      </dsp:txBody>
      <dsp:txXfrm>
        <a:off x="0" y="1991343"/>
        <a:ext cx="5473546" cy="995368"/>
      </dsp:txXfrm>
    </dsp:sp>
    <dsp:sp modelId="{4D41D575-D8F2-446C-8C26-068C2092AEA2}">
      <dsp:nvSpPr>
        <dsp:cNvPr id="0" name=""/>
        <dsp:cNvSpPr/>
      </dsp:nvSpPr>
      <dsp:spPr>
        <a:xfrm>
          <a:off x="0" y="2986712"/>
          <a:ext cx="5473546" cy="0"/>
        </a:xfrm>
        <a:prstGeom prst="line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5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341B40A-05BE-4BDE-A9D0-80DAD5024714}">
      <dsp:nvSpPr>
        <dsp:cNvPr id="0" name=""/>
        <dsp:cNvSpPr/>
      </dsp:nvSpPr>
      <dsp:spPr>
        <a:xfrm>
          <a:off x="0" y="2986712"/>
          <a:ext cx="5473546" cy="99536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3820" tIns="83820" rIns="83820" bIns="83820" numCol="1" spcCol="1270" anchor="t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TW" sz="2200" kern="1200" dirty="0"/>
            <a:t>4.</a:t>
          </a:r>
          <a:r>
            <a:rPr lang="en-US" altLang="zh-TW" sz="2200" kern="1200" dirty="0">
              <a:latin typeface="Posterama"/>
            </a:rPr>
            <a:t>讓</a:t>
          </a:r>
          <a:r>
            <a:rPr lang="zh-TW" sz="2200" kern="1200"/>
            <a:t>讀者認識國立台中科技大學</a:t>
          </a:r>
          <a:endParaRPr lang="en-US" sz="2200" kern="1200"/>
        </a:p>
      </dsp:txBody>
      <dsp:txXfrm>
        <a:off x="0" y="2986712"/>
        <a:ext cx="5473546" cy="995368"/>
      </dsp:txXfrm>
    </dsp:sp>
    <dsp:sp modelId="{3573710D-76FF-4AAB-8AE1-0D80991A46C1}">
      <dsp:nvSpPr>
        <dsp:cNvPr id="0" name=""/>
        <dsp:cNvSpPr/>
      </dsp:nvSpPr>
      <dsp:spPr>
        <a:xfrm>
          <a:off x="0" y="3982080"/>
          <a:ext cx="5473546" cy="0"/>
        </a:xfrm>
        <a:prstGeom prst="line">
          <a:avLst/>
        </a:prstGeom>
        <a:solidFill>
          <a:schemeClr val="accent6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6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B6FA1DB-5D1E-4752-867C-401EDED24540}">
      <dsp:nvSpPr>
        <dsp:cNvPr id="0" name=""/>
        <dsp:cNvSpPr/>
      </dsp:nvSpPr>
      <dsp:spPr>
        <a:xfrm>
          <a:off x="0" y="3982080"/>
          <a:ext cx="5473546" cy="99536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3820" tIns="83820" rIns="83820" bIns="83820" numCol="1" spcCol="1270" anchor="t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TW" sz="2200" kern="1200" dirty="0"/>
            <a:t>5.</a:t>
          </a:r>
          <a:r>
            <a:rPr lang="en-US" altLang="zh-TW" sz="2200" kern="1200" dirty="0">
              <a:latin typeface="Posterama"/>
            </a:rPr>
            <a:t>讓</a:t>
          </a:r>
          <a:r>
            <a:rPr lang="zh-TW" altLang="en-US" sz="2200" kern="1200">
              <a:latin typeface="Posterama"/>
            </a:rPr>
            <a:t>大</a:t>
          </a:r>
          <a:r>
            <a:rPr lang="zh-TW" sz="2200" kern="1200"/>
            <a:t>家認識新五專</a:t>
          </a:r>
          <a:endParaRPr lang="en-US" sz="2200" kern="1200"/>
        </a:p>
      </dsp:txBody>
      <dsp:txXfrm>
        <a:off x="0" y="3982080"/>
        <a:ext cx="5473546" cy="995368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7D09355-C998-4B6C-8B68-FF6615ECAE05}">
      <dsp:nvSpPr>
        <dsp:cNvPr id="0" name=""/>
        <dsp:cNvSpPr/>
      </dsp:nvSpPr>
      <dsp:spPr>
        <a:xfrm>
          <a:off x="0" y="492"/>
          <a:ext cx="10972800" cy="0"/>
        </a:xfrm>
        <a:prstGeom prst="line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B9ADD80-98A3-4599-8FCF-EFB27C8FE949}">
      <dsp:nvSpPr>
        <dsp:cNvPr id="0" name=""/>
        <dsp:cNvSpPr/>
      </dsp:nvSpPr>
      <dsp:spPr>
        <a:xfrm>
          <a:off x="0" y="492"/>
          <a:ext cx="10972800" cy="80688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680" tIns="106680" rIns="106680" bIns="106680" numCol="1" spcCol="1270" anchor="t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TW" sz="2800" kern="1200"/>
            <a:t>1.調整行動裝置導覽列</a:t>
          </a:r>
          <a:endParaRPr lang="en-US" sz="2800" kern="1200"/>
        </a:p>
      </dsp:txBody>
      <dsp:txXfrm>
        <a:off x="0" y="492"/>
        <a:ext cx="10972800" cy="806887"/>
      </dsp:txXfrm>
    </dsp:sp>
    <dsp:sp modelId="{A8FF80E5-612D-4901-805B-30A9E1563867}">
      <dsp:nvSpPr>
        <dsp:cNvPr id="0" name=""/>
        <dsp:cNvSpPr/>
      </dsp:nvSpPr>
      <dsp:spPr>
        <a:xfrm>
          <a:off x="0" y="807380"/>
          <a:ext cx="10972800" cy="0"/>
        </a:xfrm>
        <a:prstGeom prst="line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2C5F8C4-2F59-40E5-A4FE-162F56171F88}">
      <dsp:nvSpPr>
        <dsp:cNvPr id="0" name=""/>
        <dsp:cNvSpPr/>
      </dsp:nvSpPr>
      <dsp:spPr>
        <a:xfrm>
          <a:off x="0" y="807380"/>
          <a:ext cx="10972800" cy="80688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680" tIns="106680" rIns="106680" bIns="106680" numCol="1" spcCol="1270" anchor="t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TW" sz="2800" kern="1200"/>
            <a:t>2.優化使用者使用體驗</a:t>
          </a:r>
          <a:endParaRPr lang="en-US" sz="2800" kern="1200"/>
        </a:p>
      </dsp:txBody>
      <dsp:txXfrm>
        <a:off x="0" y="807380"/>
        <a:ext cx="10972800" cy="806887"/>
      </dsp:txXfrm>
    </dsp:sp>
    <dsp:sp modelId="{5AAC39C4-820E-400B-A304-6AFDCC3E1BFB}">
      <dsp:nvSpPr>
        <dsp:cNvPr id="0" name=""/>
        <dsp:cNvSpPr/>
      </dsp:nvSpPr>
      <dsp:spPr>
        <a:xfrm>
          <a:off x="0" y="1614268"/>
          <a:ext cx="10972800" cy="0"/>
        </a:xfrm>
        <a:prstGeom prst="line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9E345DA-A13C-4A10-840F-C366F8588B37}">
      <dsp:nvSpPr>
        <dsp:cNvPr id="0" name=""/>
        <dsp:cNvSpPr/>
      </dsp:nvSpPr>
      <dsp:spPr>
        <a:xfrm>
          <a:off x="0" y="1614268"/>
          <a:ext cx="10972800" cy="80688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680" tIns="106680" rIns="106680" bIns="106680" numCol="1" spcCol="1270" anchor="t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TW" sz="2800" kern="1200"/>
            <a:t>3.修正各版本瀏覽器的解碼問題</a:t>
          </a:r>
          <a:endParaRPr lang="en-US" sz="2800" kern="1200"/>
        </a:p>
      </dsp:txBody>
      <dsp:txXfrm>
        <a:off x="0" y="1614268"/>
        <a:ext cx="10972800" cy="806887"/>
      </dsp:txXfrm>
    </dsp:sp>
    <dsp:sp modelId="{353D2C38-D80A-4227-9DCF-E41B11E3C751}">
      <dsp:nvSpPr>
        <dsp:cNvPr id="0" name=""/>
        <dsp:cNvSpPr/>
      </dsp:nvSpPr>
      <dsp:spPr>
        <a:xfrm>
          <a:off x="0" y="2421156"/>
          <a:ext cx="10972800" cy="0"/>
        </a:xfrm>
        <a:prstGeom prst="line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94A6981-4D47-4041-9C77-2886DD9630DD}">
      <dsp:nvSpPr>
        <dsp:cNvPr id="0" name=""/>
        <dsp:cNvSpPr/>
      </dsp:nvSpPr>
      <dsp:spPr>
        <a:xfrm>
          <a:off x="0" y="2421156"/>
          <a:ext cx="10972800" cy="80688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680" tIns="106680" rIns="106680" bIns="106680" numCol="1" spcCol="1270" anchor="t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TW" sz="2800" kern="1200"/>
            <a:t>4.排版與美工</a:t>
          </a:r>
          <a:endParaRPr lang="en-US" sz="2800" kern="1200"/>
        </a:p>
      </dsp:txBody>
      <dsp:txXfrm>
        <a:off x="0" y="2421156"/>
        <a:ext cx="10972800" cy="806887"/>
      </dsp:txXfrm>
    </dsp:sp>
    <dsp:sp modelId="{E8679D46-B638-47E5-A8F6-AB176D7B939E}">
      <dsp:nvSpPr>
        <dsp:cNvPr id="0" name=""/>
        <dsp:cNvSpPr/>
      </dsp:nvSpPr>
      <dsp:spPr>
        <a:xfrm>
          <a:off x="0" y="3228044"/>
          <a:ext cx="10972800" cy="0"/>
        </a:xfrm>
        <a:prstGeom prst="line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689A67B-13E3-42E3-B4FF-EFCE2024657F}">
      <dsp:nvSpPr>
        <dsp:cNvPr id="0" name=""/>
        <dsp:cNvSpPr/>
      </dsp:nvSpPr>
      <dsp:spPr>
        <a:xfrm>
          <a:off x="0" y="3228044"/>
          <a:ext cx="10972800" cy="80688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680" tIns="106680" rIns="106680" bIns="106680" numCol="1" spcCol="1270" anchor="t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TW" sz="2800" kern="1200"/>
            <a:t>5.程式除錯</a:t>
          </a:r>
          <a:endParaRPr lang="en-US" sz="2800" kern="1200"/>
        </a:p>
      </dsp:txBody>
      <dsp:txXfrm>
        <a:off x="0" y="3228044"/>
        <a:ext cx="10972800" cy="806887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CE0FD5F-EACA-4894-801A-56FC9CF990C8}">
      <dsp:nvSpPr>
        <dsp:cNvPr id="0" name=""/>
        <dsp:cNvSpPr/>
      </dsp:nvSpPr>
      <dsp:spPr>
        <a:xfrm>
          <a:off x="0" y="607"/>
          <a:ext cx="5473546" cy="0"/>
        </a:xfrm>
        <a:prstGeom prst="lin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E16A7DC-7CE8-4178-95CA-0E3BD9A039F6}">
      <dsp:nvSpPr>
        <dsp:cNvPr id="0" name=""/>
        <dsp:cNvSpPr/>
      </dsp:nvSpPr>
      <dsp:spPr>
        <a:xfrm>
          <a:off x="0" y="607"/>
          <a:ext cx="5473546" cy="99536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3350" tIns="133350" rIns="133350" bIns="133350" numCol="1" spcCol="1270" anchor="t" anchorCtr="0">
          <a:noAutofit/>
        </a:bodyPr>
        <a:lstStyle/>
        <a:p>
          <a:pPr marL="0" lvl="0" indent="0" algn="l" defTabSz="155575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TW" sz="3500" kern="1200" dirty="0"/>
            <a:t>1</a:t>
          </a:r>
          <a:r>
            <a:rPr lang="zh-TW" sz="3500" kern="1200" dirty="0">
              <a:latin typeface="+mj-lt"/>
            </a:rPr>
            <a:t>.Android </a:t>
          </a:r>
          <a:r>
            <a:rPr lang="en-US" altLang="zh-TW" sz="3500" kern="1200" dirty="0">
              <a:latin typeface="+mj-lt"/>
            </a:rPr>
            <a:t>Moblie</a:t>
          </a:r>
          <a:r>
            <a:rPr lang="zh-TW" altLang="en-US" sz="3500" kern="1200" dirty="0">
              <a:latin typeface="+mj-lt"/>
            </a:rPr>
            <a:t>  P</a:t>
          </a:r>
          <a:r>
            <a:rPr lang="en-US" altLang="zh-TW" sz="3500" kern="1200" dirty="0">
              <a:latin typeface="+mj-lt"/>
            </a:rPr>
            <a:t>hone</a:t>
          </a:r>
          <a:endParaRPr lang="en-US" sz="3500" kern="1200" dirty="0">
            <a:latin typeface="+mj-lt"/>
          </a:endParaRPr>
        </a:p>
      </dsp:txBody>
      <dsp:txXfrm>
        <a:off x="0" y="607"/>
        <a:ext cx="5473546" cy="995368"/>
      </dsp:txXfrm>
    </dsp:sp>
    <dsp:sp modelId="{34D9E9E8-D302-480C-8C0B-66D01434EFE3}">
      <dsp:nvSpPr>
        <dsp:cNvPr id="0" name=""/>
        <dsp:cNvSpPr/>
      </dsp:nvSpPr>
      <dsp:spPr>
        <a:xfrm>
          <a:off x="0" y="995975"/>
          <a:ext cx="5473546" cy="0"/>
        </a:xfrm>
        <a:prstGeom prst="line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FA38768-53E4-41D9-9BBA-EBE575AE5166}">
      <dsp:nvSpPr>
        <dsp:cNvPr id="0" name=""/>
        <dsp:cNvSpPr/>
      </dsp:nvSpPr>
      <dsp:spPr>
        <a:xfrm>
          <a:off x="0" y="995975"/>
          <a:ext cx="5473546" cy="99536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3350" tIns="133350" rIns="133350" bIns="133350" numCol="1" spcCol="1270" anchor="t" anchorCtr="0">
          <a:noAutofit/>
        </a:bodyPr>
        <a:lstStyle/>
        <a:p>
          <a:pPr marL="0" lvl="0" indent="0" algn="l" defTabSz="1555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TW" sz="3500" kern="1200" dirty="0">
              <a:latin typeface="+mj-lt"/>
            </a:rPr>
            <a:t>2.Android </a:t>
          </a:r>
          <a:r>
            <a:rPr lang="en-US" sz="3500" kern="1200" dirty="0">
              <a:latin typeface="+mj-lt"/>
            </a:rPr>
            <a:t>Tablet</a:t>
          </a:r>
        </a:p>
      </dsp:txBody>
      <dsp:txXfrm>
        <a:off x="0" y="995975"/>
        <a:ext cx="5473546" cy="995368"/>
      </dsp:txXfrm>
    </dsp:sp>
    <dsp:sp modelId="{A067C816-A514-4FA6-AF6D-FA7636E985A7}">
      <dsp:nvSpPr>
        <dsp:cNvPr id="0" name=""/>
        <dsp:cNvSpPr/>
      </dsp:nvSpPr>
      <dsp:spPr>
        <a:xfrm>
          <a:off x="0" y="1991343"/>
          <a:ext cx="5473546" cy="0"/>
        </a:xfrm>
        <a:prstGeom prst="line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4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E4D1626-7A99-4F66-BB13-658C8D592C26}">
      <dsp:nvSpPr>
        <dsp:cNvPr id="0" name=""/>
        <dsp:cNvSpPr/>
      </dsp:nvSpPr>
      <dsp:spPr>
        <a:xfrm>
          <a:off x="0" y="1991343"/>
          <a:ext cx="5473546" cy="99536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3350" tIns="133350" rIns="133350" bIns="133350" numCol="1" spcCol="1270" anchor="t" anchorCtr="0">
          <a:noAutofit/>
        </a:bodyPr>
        <a:lstStyle/>
        <a:p>
          <a:pPr marL="0" lvl="0" indent="0" algn="l" defTabSz="155575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500" kern="1200" dirty="0">
              <a:latin typeface="+mj-lt"/>
            </a:rPr>
            <a:t>3.All Screen  Ipad</a:t>
          </a:r>
        </a:p>
      </dsp:txBody>
      <dsp:txXfrm>
        <a:off x="0" y="1991343"/>
        <a:ext cx="5473546" cy="995368"/>
      </dsp:txXfrm>
    </dsp:sp>
    <dsp:sp modelId="{50305C7B-3C09-483C-8AD7-48E0CE76CD48}">
      <dsp:nvSpPr>
        <dsp:cNvPr id="0" name=""/>
        <dsp:cNvSpPr/>
      </dsp:nvSpPr>
      <dsp:spPr>
        <a:xfrm>
          <a:off x="0" y="2986712"/>
          <a:ext cx="5473546" cy="0"/>
        </a:xfrm>
        <a:prstGeom prst="line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5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7AF9890-8AB7-4E67-828B-260CC24B36D8}">
      <dsp:nvSpPr>
        <dsp:cNvPr id="0" name=""/>
        <dsp:cNvSpPr/>
      </dsp:nvSpPr>
      <dsp:spPr>
        <a:xfrm>
          <a:off x="0" y="2986712"/>
          <a:ext cx="5473546" cy="99536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3350" tIns="133350" rIns="133350" bIns="133350" numCol="1" spcCol="1270" anchor="t" anchorCtr="0">
          <a:noAutofit/>
        </a:bodyPr>
        <a:lstStyle/>
        <a:p>
          <a:pPr marL="0" lvl="0" indent="0" algn="l" defTabSz="1555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500" kern="1200" dirty="0">
              <a:latin typeface="+mj-lt"/>
            </a:rPr>
            <a:t>4.The All Screen Iphone</a:t>
          </a:r>
        </a:p>
      </dsp:txBody>
      <dsp:txXfrm>
        <a:off x="0" y="2986712"/>
        <a:ext cx="5473546" cy="995368"/>
      </dsp:txXfrm>
    </dsp:sp>
    <dsp:sp modelId="{AAB21D5F-9C44-4DEA-9F35-AFD81E0AEB2D}">
      <dsp:nvSpPr>
        <dsp:cNvPr id="0" name=""/>
        <dsp:cNvSpPr/>
      </dsp:nvSpPr>
      <dsp:spPr>
        <a:xfrm>
          <a:off x="0" y="3982080"/>
          <a:ext cx="5473546" cy="0"/>
        </a:xfrm>
        <a:prstGeom prst="line">
          <a:avLst/>
        </a:prstGeom>
        <a:solidFill>
          <a:schemeClr val="accent6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6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4CAB2CD-896B-4F70-A222-2DAC9F937B83}">
      <dsp:nvSpPr>
        <dsp:cNvPr id="0" name=""/>
        <dsp:cNvSpPr/>
      </dsp:nvSpPr>
      <dsp:spPr>
        <a:xfrm>
          <a:off x="0" y="3982080"/>
          <a:ext cx="5473546" cy="99536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3350" tIns="133350" rIns="133350" bIns="133350" numCol="1" spcCol="1270" anchor="t" anchorCtr="0">
          <a:noAutofit/>
        </a:bodyPr>
        <a:lstStyle/>
        <a:p>
          <a:pPr marL="0" lvl="0" indent="0" algn="l" defTabSz="155575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500" kern="1200" dirty="0">
              <a:latin typeface="+mj-lt"/>
            </a:rPr>
            <a:t>5.14 "  Laptop</a:t>
          </a:r>
        </a:p>
      </dsp:txBody>
      <dsp:txXfrm>
        <a:off x="0" y="3982080"/>
        <a:ext cx="5473546" cy="995368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37F6269-67D0-4378-8B98-EE95062DA87F}">
      <dsp:nvSpPr>
        <dsp:cNvPr id="0" name=""/>
        <dsp:cNvSpPr/>
      </dsp:nvSpPr>
      <dsp:spPr>
        <a:xfrm>
          <a:off x="0" y="0"/>
          <a:ext cx="5473546" cy="0"/>
        </a:xfrm>
        <a:prstGeom prst="lin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5FA54CB-BA29-4FF1-B1C5-A68F74E55E4E}">
      <dsp:nvSpPr>
        <dsp:cNvPr id="0" name=""/>
        <dsp:cNvSpPr/>
      </dsp:nvSpPr>
      <dsp:spPr>
        <a:xfrm>
          <a:off x="0" y="0"/>
          <a:ext cx="5473546" cy="124451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67640" tIns="167640" rIns="167640" bIns="167640" numCol="1" spcCol="1270" anchor="t" anchorCtr="0">
          <a:noAutofit/>
        </a:bodyPr>
        <a:lstStyle/>
        <a:p>
          <a:pPr marL="0" lvl="0" indent="0" algn="l" defTabSz="1955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TW" sz="4400" kern="1200" dirty="0"/>
            <a:t>1.</a:t>
          </a:r>
          <a:r>
            <a:rPr lang="en-US" altLang="zh-TW" sz="4400" kern="1200" dirty="0">
              <a:latin typeface="Posterama"/>
            </a:rPr>
            <a:t>Safari</a:t>
          </a:r>
          <a:endParaRPr lang="en-US" sz="4400" kern="1200" dirty="0"/>
        </a:p>
      </dsp:txBody>
      <dsp:txXfrm>
        <a:off x="0" y="0"/>
        <a:ext cx="5473546" cy="1244514"/>
      </dsp:txXfrm>
    </dsp:sp>
    <dsp:sp modelId="{B515B0E7-B4A8-4B9A-9727-4E618E7D8EFB}">
      <dsp:nvSpPr>
        <dsp:cNvPr id="0" name=""/>
        <dsp:cNvSpPr/>
      </dsp:nvSpPr>
      <dsp:spPr>
        <a:xfrm>
          <a:off x="0" y="1244514"/>
          <a:ext cx="5473546" cy="0"/>
        </a:xfrm>
        <a:prstGeom prst="line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0948249-EEC1-40FF-BB7C-867D72AB5D0F}">
      <dsp:nvSpPr>
        <dsp:cNvPr id="0" name=""/>
        <dsp:cNvSpPr/>
      </dsp:nvSpPr>
      <dsp:spPr>
        <a:xfrm>
          <a:off x="0" y="1244514"/>
          <a:ext cx="5473546" cy="124451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67640" tIns="167640" rIns="167640" bIns="167640" numCol="1" spcCol="1270" anchor="t" anchorCtr="0">
          <a:noAutofit/>
        </a:bodyPr>
        <a:lstStyle/>
        <a:p>
          <a:pPr marL="0" lvl="0" indent="0" algn="l" defTabSz="1955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TW" sz="4400" kern="1200" dirty="0"/>
            <a:t>2.</a:t>
          </a:r>
          <a:r>
            <a:rPr lang="en-US" altLang="zh-TW" sz="4400" kern="1200" dirty="0">
              <a:latin typeface="Posterama"/>
            </a:rPr>
            <a:t>Chrome</a:t>
          </a:r>
          <a:endParaRPr lang="en-US" sz="4400" kern="1200" dirty="0"/>
        </a:p>
      </dsp:txBody>
      <dsp:txXfrm>
        <a:off x="0" y="1244514"/>
        <a:ext cx="5473546" cy="1244514"/>
      </dsp:txXfrm>
    </dsp:sp>
    <dsp:sp modelId="{C72540BF-E22E-4169-82B9-F437C6EC1D42}">
      <dsp:nvSpPr>
        <dsp:cNvPr id="0" name=""/>
        <dsp:cNvSpPr/>
      </dsp:nvSpPr>
      <dsp:spPr>
        <a:xfrm>
          <a:off x="0" y="2489028"/>
          <a:ext cx="5473546" cy="0"/>
        </a:xfrm>
        <a:prstGeom prst="line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4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AFD3F94-5EE4-4C47-90B7-74C9FA0EF9BB}">
      <dsp:nvSpPr>
        <dsp:cNvPr id="0" name=""/>
        <dsp:cNvSpPr/>
      </dsp:nvSpPr>
      <dsp:spPr>
        <a:xfrm>
          <a:off x="0" y="2489028"/>
          <a:ext cx="5473546" cy="124451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67640" tIns="167640" rIns="167640" bIns="167640" numCol="1" spcCol="1270" anchor="t" anchorCtr="0">
          <a:noAutofit/>
        </a:bodyPr>
        <a:lstStyle/>
        <a:p>
          <a:pPr marL="0" lvl="0" indent="0" algn="l" defTabSz="19558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TW" sz="4400" kern="1200" dirty="0"/>
            <a:t>3.</a:t>
          </a:r>
          <a:r>
            <a:rPr lang="en-US" altLang="zh-TW" sz="4400" kern="1200" dirty="0">
              <a:latin typeface="Posterama"/>
            </a:rPr>
            <a:t>Microsoft</a:t>
          </a:r>
          <a:r>
            <a:rPr lang="zh-TW" altLang="en-US" sz="4400" kern="1200" dirty="0">
              <a:latin typeface="Posterama"/>
            </a:rPr>
            <a:t> E</a:t>
          </a:r>
          <a:r>
            <a:rPr lang="en-US" altLang="zh-TW" sz="4400" kern="1200" dirty="0">
              <a:latin typeface="Posterama"/>
            </a:rPr>
            <a:t>dge</a:t>
          </a:r>
          <a:r>
            <a:rPr lang="zh-TW" sz="4400" kern="1200" dirty="0"/>
            <a:t> </a:t>
          </a:r>
          <a:endParaRPr lang="en-US" sz="4400" kern="1200" dirty="0"/>
        </a:p>
      </dsp:txBody>
      <dsp:txXfrm>
        <a:off x="0" y="2489028"/>
        <a:ext cx="5473546" cy="1244514"/>
      </dsp:txXfrm>
    </dsp:sp>
    <dsp:sp modelId="{669E16F3-774B-44E3-AEBE-C1A266CB13ED}">
      <dsp:nvSpPr>
        <dsp:cNvPr id="0" name=""/>
        <dsp:cNvSpPr/>
      </dsp:nvSpPr>
      <dsp:spPr>
        <a:xfrm>
          <a:off x="0" y="3733542"/>
          <a:ext cx="5473546" cy="0"/>
        </a:xfrm>
        <a:prstGeom prst="line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5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4366398-1952-4E85-A81C-DA5165C8B276}">
      <dsp:nvSpPr>
        <dsp:cNvPr id="0" name=""/>
        <dsp:cNvSpPr/>
      </dsp:nvSpPr>
      <dsp:spPr>
        <a:xfrm>
          <a:off x="0" y="3733542"/>
          <a:ext cx="5473546" cy="124451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67640" tIns="167640" rIns="167640" bIns="167640" numCol="1" spcCol="1270" anchor="t" anchorCtr="0">
          <a:noAutofit/>
        </a:bodyPr>
        <a:lstStyle/>
        <a:p>
          <a:pPr marL="0" lvl="0" indent="0" algn="l" defTabSz="19558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TW" sz="4400" kern="1200" dirty="0"/>
            <a:t>4.</a:t>
          </a:r>
          <a:r>
            <a:rPr lang="en-US" altLang="zh-TW" sz="4400" kern="1200" dirty="0">
              <a:latin typeface="Posterama"/>
            </a:rPr>
            <a:t>Samsung</a:t>
          </a:r>
          <a:r>
            <a:rPr lang="zh-TW" altLang="en-US" sz="4400" kern="1200" dirty="0">
              <a:latin typeface="Posterama"/>
            </a:rPr>
            <a:t> B</a:t>
          </a:r>
          <a:r>
            <a:rPr lang="en-US" altLang="zh-TW" sz="4400" kern="1200" dirty="0">
              <a:latin typeface="Posterama"/>
            </a:rPr>
            <a:t>rowser</a:t>
          </a:r>
          <a:endParaRPr lang="en-US" sz="4400" kern="1200" dirty="0"/>
        </a:p>
      </dsp:txBody>
      <dsp:txXfrm>
        <a:off x="0" y="3733542"/>
        <a:ext cx="5473546" cy="1244514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52B1233-3913-4F52-A259-3CABCB475AE0}">
      <dsp:nvSpPr>
        <dsp:cNvPr id="0" name=""/>
        <dsp:cNvSpPr/>
      </dsp:nvSpPr>
      <dsp:spPr>
        <a:xfrm>
          <a:off x="0" y="522971"/>
          <a:ext cx="10972800" cy="965486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0496D5EE-BDB1-490F-B887-A047313EF3A6}">
      <dsp:nvSpPr>
        <dsp:cNvPr id="0" name=""/>
        <dsp:cNvSpPr/>
      </dsp:nvSpPr>
      <dsp:spPr>
        <a:xfrm>
          <a:off x="292059" y="740206"/>
          <a:ext cx="531017" cy="531017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7DBD23D-749A-4EB5-8EA2-914817210E26}">
      <dsp:nvSpPr>
        <dsp:cNvPr id="0" name=""/>
        <dsp:cNvSpPr/>
      </dsp:nvSpPr>
      <dsp:spPr>
        <a:xfrm>
          <a:off x="1115136" y="522971"/>
          <a:ext cx="9857663" cy="96548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2181" tIns="102181" rIns="102181" bIns="102181" numCol="1" spcCol="1270" anchor="ctr" anchorCtr="0">
          <a:noAutofit/>
        </a:bodyPr>
        <a:lstStyle/>
        <a:p>
          <a:pPr marL="0" lvl="0" indent="0" algn="l" defTabSz="1111250" rtl="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sz="2500" kern="1200"/>
            <a:t>成品</a:t>
          </a:r>
          <a:r>
            <a:rPr lang="zh-CN" altLang="en-US" sz="2500" kern="1200">
              <a:latin typeface="Posterama"/>
            </a:rPr>
            <a:t>主題:五專回歸 青出</a:t>
          </a:r>
          <a:r>
            <a:rPr lang="zh-CN" altLang="en-US" sz="2500" kern="1200" dirty="0">
              <a:latin typeface="Posterama"/>
            </a:rPr>
            <a:t>於藍 更勝於藍 </a:t>
          </a:r>
          <a:endParaRPr lang="zh-TW" altLang="en-US" sz="2500" kern="1200" dirty="0">
            <a:latin typeface="Posterama"/>
          </a:endParaRPr>
        </a:p>
      </dsp:txBody>
      <dsp:txXfrm>
        <a:off x="1115136" y="522971"/>
        <a:ext cx="9857663" cy="965486"/>
      </dsp:txXfrm>
    </dsp:sp>
    <dsp:sp modelId="{AA354749-6748-4D02-981E-0BF6D1A60BDA}">
      <dsp:nvSpPr>
        <dsp:cNvPr id="0" name=""/>
        <dsp:cNvSpPr/>
      </dsp:nvSpPr>
      <dsp:spPr>
        <a:xfrm>
          <a:off x="0" y="1729829"/>
          <a:ext cx="10972800" cy="965486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F652B5E7-04C4-4FBA-BD5F-71F6B32A3F89}">
      <dsp:nvSpPr>
        <dsp:cNvPr id="0" name=""/>
        <dsp:cNvSpPr/>
      </dsp:nvSpPr>
      <dsp:spPr>
        <a:xfrm>
          <a:off x="292059" y="1947064"/>
          <a:ext cx="531017" cy="531017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91375E0-4A6A-4000-9CD6-4A82320CCE5D}">
      <dsp:nvSpPr>
        <dsp:cNvPr id="0" name=""/>
        <dsp:cNvSpPr/>
      </dsp:nvSpPr>
      <dsp:spPr>
        <a:xfrm>
          <a:off x="1115136" y="1729829"/>
          <a:ext cx="9857663" cy="96548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2181" tIns="102181" rIns="102181" bIns="102181" numCol="1" spcCol="1270" anchor="ctr" anchorCtr="0">
          <a:noAutofit/>
        </a:bodyPr>
        <a:lstStyle/>
        <a:p>
          <a:pPr marL="0" lvl="0" indent="0" algn="l" defTabSz="11112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 dirty="0">
              <a:hlinkClick xmlns:r="http://schemas.openxmlformats.org/officeDocument/2006/relationships" r:id="rId5"/>
            </a:rPr>
            <a:t>https://nutccsieandy.github.io/1110832098/</a:t>
          </a:r>
          <a:endParaRPr lang="en-US" sz="2500" kern="1200" dirty="0"/>
        </a:p>
      </dsp:txBody>
      <dsp:txXfrm>
        <a:off x="1115136" y="1729829"/>
        <a:ext cx="9857663" cy="965486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5EF58D-B62B-40BB-83AA-9D07CFC4ED2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2648" y="557783"/>
            <a:ext cx="10969752" cy="3130807"/>
          </a:xfrm>
        </p:spPr>
        <p:txBody>
          <a:bodyPr anchor="b">
            <a:normAutofit/>
          </a:bodyPr>
          <a:lstStyle>
            <a:lvl1pPr algn="l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6AC06D3-F571-4213-A2A4-6A1915120CE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12648" y="3902206"/>
            <a:ext cx="10969752" cy="2240529"/>
          </a:xfrm>
        </p:spPr>
        <p:txBody>
          <a:bodyPr>
            <a:normAutofit/>
          </a:bodyPr>
          <a:lstStyle>
            <a:lvl1pPr marL="0" indent="0" algn="l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5A10580-AD31-4B8F-8448-55A666AC17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C5A860-F335-4252-AA00-24FB67ED2982}" type="datetime1">
              <a:rPr lang="en-US" smtClean="0"/>
              <a:t>1/11/2022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5EC99C8-515A-4FEA-9CD2-6D0BF46CF6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72AF1B-1868-4C05-B6C3-9EBF29A50A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646F3F-274D-499B-ABBE-824EB4ABDC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654098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E6D384-B2C5-42A4-9774-A931C39BA5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8D736C-5FCC-43BC-B824-A90F2CC5D19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A4A3A50-B922-45BE-945D-7ED3EBD83F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4BC802-30E3-4658-9CCA-F873646FEC67}" type="datetime1">
              <a:rPr lang="en-US" smtClean="0"/>
              <a:t>1/11/2022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4241F78-20DE-4D53-BB25-79E5C4E1AB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E643084-C669-4FDF-87D4-F22D36BB82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646F3F-274D-499B-ABBE-824EB4ABDC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640611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C6C559-800C-489A-9174-7901F92B0D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57784"/>
            <a:ext cx="10969752" cy="3146400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142B5C3-320B-4CFD-B6A7-A28C7E435B4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12648" y="3902207"/>
            <a:ext cx="10969752" cy="2187443"/>
          </a:xfrm>
        </p:spPr>
        <p:txBody>
          <a:bodyPr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2FCA372-3F42-4113-A73B-5FDCF93CB5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B227A3-19CE-4153-81CE-64EB7AB094B3}" type="datetime1">
              <a:rPr lang="en-US" smtClean="0"/>
              <a:t>1/11/2022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0DA1197-0C78-4878-B086-5D206EA491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F1B83D8-FD42-44FF-AA20-944A519CC0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646F3F-274D-499B-ABBE-824EB4ABDC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471230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D685AA-B5C7-4E3D-85FA-94F3C73E59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3AFEEA-6F3F-4630-A950-61C05D2FAFB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600" y="2081369"/>
            <a:ext cx="5410200" cy="409559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AC36817-B869-4D19-9EE8-A3166B0E159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2" y="2081369"/>
            <a:ext cx="5410200" cy="409559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C074146-2374-4321-AEBB-3E9B09D779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19A100-10F6-477E-8847-29D479EF1C92}" type="datetime1">
              <a:rPr lang="en-US" smtClean="0"/>
              <a:t>1/11/2022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C42337B-B902-4DC2-BB94-02B8A75492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44AD585-B83C-4ECF-AF42-8DDF6996B7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646F3F-274D-499B-ABBE-824EB4ABDC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348101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3A9ADB-3495-481F-BB4E-9C7128B17B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365125"/>
            <a:ext cx="10745788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ED6FF4C-26CB-4281-A2F7-6CBE4518679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9600" y="1895096"/>
            <a:ext cx="5387975" cy="823912"/>
          </a:xfrm>
        </p:spPr>
        <p:txBody>
          <a:bodyPr anchor="b"/>
          <a:lstStyle>
            <a:lvl1pPr marL="0" indent="0">
              <a:buNone/>
              <a:defRPr sz="2400" b="0" i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F2E72A9-F222-45B4-9355-C04C0586413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09600" y="2842211"/>
            <a:ext cx="5387975" cy="334745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A699F6E-77AD-4EBC-BAF9-5A43CDEC41E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7890" y="1895096"/>
            <a:ext cx="5414510" cy="823912"/>
          </a:xfrm>
        </p:spPr>
        <p:txBody>
          <a:bodyPr anchor="b"/>
          <a:lstStyle>
            <a:lvl1pPr marL="0" indent="0">
              <a:buNone/>
              <a:defRPr sz="2400" b="0" i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0F77677-7169-4591-B047-0678815F48E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67890" y="2842211"/>
            <a:ext cx="5414510" cy="334745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482A6EB-0285-4FA4-A00C-A7F716084F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F128AB-198A-495F-8475-FDB360C9873F}" type="datetime1">
              <a:rPr lang="en-US" smtClean="0"/>
              <a:t>1/11/2022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6D39526-82B8-402C-8A2B-82EF8F3F3A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55EC9E6-6FF1-4541-9CB1-A2FF9D8521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646F3F-274D-499B-ABBE-824EB4ABDC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388175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170F54-6CED-4251-A0A6-32CCD1213F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572C8E6-49D6-46A5-8DC3-B0D8E683C9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1A235E-F8FD-479F-9FC7-18BE84110877}" type="datetime1">
              <a:rPr lang="en-US" smtClean="0"/>
              <a:t>1/11/2022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B883CBA-77CD-4490-A5F3-BAA8FC254A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EA5FF79-61B6-4693-8547-95B1F2F7A1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646F3F-274D-499B-ABBE-824EB4ABDC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189849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FBDCB94-13E9-41CB-88F0-D30A1791DC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90F09B-68DA-462E-9DB4-4C9ADAB8CBCC}" type="datetime1">
              <a:rPr lang="en-US" smtClean="0"/>
              <a:t>1/11/2022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44795A4-736C-426D-8559-5AD5892756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B2A2ACD-17F3-4C16-8E77-86EC92CCD5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646F3F-274D-499B-ABBE-824EB4ABDC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158883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7FCB2E-B68A-48F9-8B20-CDED818FB6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9" y="457199"/>
            <a:ext cx="4970822" cy="2660205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D081C83-64B5-4BFD-A163-75C2EA7F89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0" y="457200"/>
            <a:ext cx="5483352" cy="5744003"/>
          </a:xfrm>
        </p:spPr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25D44AD-E361-48A3-936D-DDA0D514451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12649" y="3329989"/>
            <a:ext cx="4970822" cy="2871216"/>
          </a:xfrm>
        </p:spPr>
        <p:txBody>
          <a:bodyPr>
            <a:normAutofit/>
          </a:bodyPr>
          <a:lstStyle>
            <a:lvl1pPr marL="0" indent="0">
              <a:buNone/>
              <a:defRPr sz="20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9EED06C-E016-489C-8863-EA1BE998BC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AC4E36-FABE-47EB-AA7F-C19A93824617}" type="datetime1">
              <a:rPr lang="en-US" smtClean="0"/>
              <a:t>1/11/2022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59161F0-D253-49A7-9A08-7A0A228146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742C61A-B326-40A7-A286-90D0544BBC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646F3F-274D-499B-ABBE-824EB4ABDC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03176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F2DF6F-D00F-4CE4-8701-B006273461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9" y="457199"/>
            <a:ext cx="4970822" cy="2667485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A0FF7AB-F851-4425-8407-996C920E684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6096000" y="457199"/>
            <a:ext cx="5483352" cy="5403851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2ED6CF5-154F-4615-8CDC-E2BFA61FABE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12649" y="3322708"/>
            <a:ext cx="4970822" cy="2546280"/>
          </a:xfrm>
        </p:spPr>
        <p:txBody>
          <a:bodyPr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1A5C400-0D13-495F-8C4E-EC3CDF5F22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99CE6B-5DE6-4A2D-B72E-5E8969F9F56F}" type="datetime1">
              <a:rPr lang="en-US" smtClean="0"/>
              <a:t>1/11/2022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CB290D7-98AC-45E5-A7D6-73520AFC73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294276C-2BD2-4C4F-AC04-DD3D73768A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646F3F-274D-499B-ABBE-824EB4ABDC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517983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5170B0-C1C5-4976-80E8-6B4F90EB36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97593EE-493E-4BCE-8992-24CA63E1E09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780919F-FDDD-42FB-8422-A0665D558D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AB1048-0047-48CA-88BA-D69B470942CF}" type="datetime1">
              <a:rPr lang="en-US" smtClean="0"/>
              <a:t>1/11/2022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216D38A-35F8-4667-A1F4-49644471E9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59CC230-78B7-487B-9C95-CB00868F6F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646F3F-274D-499B-ABBE-824EB4ABDC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7739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14CB826-D9AA-4689-B8C0-38D999F0D06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557784"/>
            <a:ext cx="2854452" cy="5643420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61F1CDD-16FB-45E0-9887-24374C56764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12648" y="557784"/>
            <a:ext cx="7734300" cy="564342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6846397-BBD2-4426-B1F5-FD6EA3CDC8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D83879-648C-49A9-81A2-0EF5946532D0}" type="datetime1">
              <a:rPr lang="en-US" smtClean="0"/>
              <a:t>1/11/2022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AB91E4-73D0-4ACD-8F54-00EE6FB1D6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B28C61-59FE-44D6-A7D6-AAD2922327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646F3F-274D-499B-ABBE-824EB4ABDC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951289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042E603F-28B7-4831-BF23-65FBAB13D5FB}"/>
              </a:ext>
            </a:extLst>
          </p:cNvPr>
          <p:cNvSpPr/>
          <p:nvPr/>
        </p:nvSpPr>
        <p:spPr>
          <a:xfrm>
            <a:off x="0" y="0"/>
            <a:ext cx="12192001" cy="6858000"/>
          </a:xfrm>
          <a:prstGeom prst="rect">
            <a:avLst/>
          </a:prstGeom>
          <a:solidFill>
            <a:srgbClr val="AEAEAE">
              <a:alpha val="1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4D39700F-2B10-4402-A7DD-06EE224588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-1" y="232968"/>
            <a:ext cx="9560477" cy="6625032"/>
          </a:xfrm>
          <a:custGeom>
            <a:avLst/>
            <a:gdLst>
              <a:gd name="connsiteX0" fmla="*/ 8831314 w 9263816"/>
              <a:gd name="connsiteY0" fmla="*/ 5943878 h 6858000"/>
              <a:gd name="connsiteX1" fmla="*/ 9179783 w 9263816"/>
              <a:gd name="connsiteY1" fmla="*/ 6086141 h 6858000"/>
              <a:gd name="connsiteX2" fmla="*/ 9260887 w 9263816"/>
              <a:gd name="connsiteY2" fmla="*/ 6279156 h 6858000"/>
              <a:gd name="connsiteX3" fmla="*/ 8925621 w 9263816"/>
              <a:gd name="connsiteY3" fmla="*/ 6708712 h 6858000"/>
              <a:gd name="connsiteX4" fmla="*/ 8496050 w 9263816"/>
              <a:gd name="connsiteY4" fmla="*/ 6373449 h 6858000"/>
              <a:gd name="connsiteX5" fmla="*/ 8831314 w 9263816"/>
              <a:gd name="connsiteY5" fmla="*/ 5943878 h 6858000"/>
              <a:gd name="connsiteX6" fmla="*/ 7397485 w 9263816"/>
              <a:gd name="connsiteY6" fmla="*/ 5931706 h 6858000"/>
              <a:gd name="connsiteX7" fmla="*/ 7917779 w 9263816"/>
              <a:gd name="connsiteY7" fmla="*/ 6191864 h 6858000"/>
              <a:gd name="connsiteX8" fmla="*/ 8013467 w 9263816"/>
              <a:gd name="connsiteY8" fmla="*/ 6375784 h 6858000"/>
              <a:gd name="connsiteX9" fmla="*/ 8021879 w 9263816"/>
              <a:gd name="connsiteY9" fmla="*/ 6753751 h 6858000"/>
              <a:gd name="connsiteX10" fmla="*/ 7981316 w 9263816"/>
              <a:gd name="connsiteY10" fmla="*/ 6858000 h 6858000"/>
              <a:gd name="connsiteX11" fmla="*/ 6819486 w 9263816"/>
              <a:gd name="connsiteY11" fmla="*/ 6858000 h 6858000"/>
              <a:gd name="connsiteX12" fmla="*/ 6785199 w 9263816"/>
              <a:gd name="connsiteY12" fmla="*/ 6781101 h 6858000"/>
              <a:gd name="connsiteX13" fmla="*/ 7196747 w 9263816"/>
              <a:gd name="connsiteY13" fmla="*/ 5964309 h 6858000"/>
              <a:gd name="connsiteX14" fmla="*/ 7397485 w 9263816"/>
              <a:gd name="connsiteY14" fmla="*/ 5931706 h 6858000"/>
              <a:gd name="connsiteX15" fmla="*/ 1505570 w 9263816"/>
              <a:gd name="connsiteY15" fmla="*/ 227178 h 6858000"/>
              <a:gd name="connsiteX16" fmla="*/ 2026489 w 9263816"/>
              <a:gd name="connsiteY16" fmla="*/ 392370 h 6858000"/>
              <a:gd name="connsiteX17" fmla="*/ 2444553 w 9263816"/>
              <a:gd name="connsiteY17" fmla="*/ 1654853 h 6858000"/>
              <a:gd name="connsiteX18" fmla="*/ 3183153 w 9263816"/>
              <a:gd name="connsiteY18" fmla="*/ 2116208 h 6858000"/>
              <a:gd name="connsiteX19" fmla="*/ 4288384 w 9263816"/>
              <a:gd name="connsiteY19" fmla="*/ 1291908 h 6858000"/>
              <a:gd name="connsiteX20" fmla="*/ 5472602 w 9263816"/>
              <a:gd name="connsiteY20" fmla="*/ 1697818 h 6858000"/>
              <a:gd name="connsiteX21" fmla="*/ 5844697 w 9263816"/>
              <a:gd name="connsiteY21" fmla="*/ 3444791 h 6858000"/>
              <a:gd name="connsiteX22" fmla="*/ 6715674 w 9263816"/>
              <a:gd name="connsiteY22" fmla="*/ 4065208 h 6858000"/>
              <a:gd name="connsiteX23" fmla="*/ 8130429 w 9263816"/>
              <a:gd name="connsiteY23" fmla="*/ 4101787 h 6858000"/>
              <a:gd name="connsiteX24" fmla="*/ 8624630 w 9263816"/>
              <a:gd name="connsiteY24" fmla="*/ 4686202 h 6858000"/>
              <a:gd name="connsiteX25" fmla="*/ 8623843 w 9263816"/>
              <a:gd name="connsiteY25" fmla="*/ 4685749 h 6858000"/>
              <a:gd name="connsiteX26" fmla="*/ 8646859 w 9263816"/>
              <a:gd name="connsiteY26" fmla="*/ 4835156 h 6858000"/>
              <a:gd name="connsiteX27" fmla="*/ 8079403 w 9263816"/>
              <a:gd name="connsiteY27" fmla="*/ 5661624 h 6858000"/>
              <a:gd name="connsiteX28" fmla="*/ 6833105 w 9263816"/>
              <a:gd name="connsiteY28" fmla="*/ 5397208 h 6858000"/>
              <a:gd name="connsiteX29" fmla="*/ 5900832 w 9263816"/>
              <a:gd name="connsiteY29" fmla="*/ 5944462 h 6858000"/>
              <a:gd name="connsiteX30" fmla="*/ 6067212 w 9263816"/>
              <a:gd name="connsiteY30" fmla="*/ 6811916 h 6858000"/>
              <a:gd name="connsiteX31" fmla="*/ 6089565 w 9263816"/>
              <a:gd name="connsiteY31" fmla="*/ 6858000 h 6858000"/>
              <a:gd name="connsiteX32" fmla="*/ 0 w 9263816"/>
              <a:gd name="connsiteY32" fmla="*/ 6858000 h 6858000"/>
              <a:gd name="connsiteX33" fmla="*/ 0 w 9263816"/>
              <a:gd name="connsiteY33" fmla="*/ 2181377 h 6858000"/>
              <a:gd name="connsiteX34" fmla="*/ 73069 w 9263816"/>
              <a:gd name="connsiteY34" fmla="*/ 2215839 h 6858000"/>
              <a:gd name="connsiteX35" fmla="*/ 335445 w 9263816"/>
              <a:gd name="connsiteY35" fmla="*/ 2237140 h 6858000"/>
              <a:gd name="connsiteX36" fmla="*/ 752878 w 9263816"/>
              <a:gd name="connsiteY36" fmla="*/ 1445285 h 6858000"/>
              <a:gd name="connsiteX37" fmla="*/ 1202551 w 9263816"/>
              <a:gd name="connsiteY37" fmla="*/ 314229 h 6858000"/>
              <a:gd name="connsiteX38" fmla="*/ 1505570 w 9263816"/>
              <a:gd name="connsiteY38" fmla="*/ 227178 h 6858000"/>
              <a:gd name="connsiteX39" fmla="*/ 3142509 w 9263816"/>
              <a:gd name="connsiteY39" fmla="*/ 68854 h 6858000"/>
              <a:gd name="connsiteX40" fmla="*/ 3490978 w 9263816"/>
              <a:gd name="connsiteY40" fmla="*/ 211117 h 6858000"/>
              <a:gd name="connsiteX41" fmla="*/ 3572083 w 9263816"/>
              <a:gd name="connsiteY41" fmla="*/ 404131 h 6858000"/>
              <a:gd name="connsiteX42" fmla="*/ 3236814 w 9263816"/>
              <a:gd name="connsiteY42" fmla="*/ 833688 h 6858000"/>
              <a:gd name="connsiteX43" fmla="*/ 2807245 w 9263816"/>
              <a:gd name="connsiteY43" fmla="*/ 498425 h 6858000"/>
              <a:gd name="connsiteX44" fmla="*/ 3142509 w 9263816"/>
              <a:gd name="connsiteY44" fmla="*/ 68854 h 6858000"/>
              <a:gd name="connsiteX45" fmla="*/ 0 w 9263816"/>
              <a:gd name="connsiteY45" fmla="*/ 0 h 6858000"/>
              <a:gd name="connsiteX46" fmla="*/ 39858 w 9263816"/>
              <a:gd name="connsiteY46" fmla="*/ 0 h 6858000"/>
              <a:gd name="connsiteX47" fmla="*/ 65022 w 9263816"/>
              <a:gd name="connsiteY47" fmla="*/ 5834 h 6858000"/>
              <a:gd name="connsiteX48" fmla="*/ 389258 w 9263816"/>
              <a:gd name="connsiteY48" fmla="*/ 235630 h 6858000"/>
              <a:gd name="connsiteX49" fmla="*/ 485484 w 9263816"/>
              <a:gd name="connsiteY49" fmla="*/ 420070 h 6858000"/>
              <a:gd name="connsiteX50" fmla="*/ 74229 w 9263816"/>
              <a:gd name="connsiteY50" fmla="*/ 1237955 h 6858000"/>
              <a:gd name="connsiteX51" fmla="*/ 0 w 9263816"/>
              <a:gd name="connsiteY51" fmla="*/ 1254477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9263816" h="6858000">
                <a:moveTo>
                  <a:pt x="8831314" y="5943878"/>
                </a:moveTo>
                <a:cubicBezTo>
                  <a:pt x="8964281" y="5927490"/>
                  <a:pt x="9096260" y="5981362"/>
                  <a:pt x="9179783" y="6086141"/>
                </a:cubicBezTo>
                <a:cubicBezTo>
                  <a:pt x="9224074" y="6141769"/>
                  <a:pt x="9252211" y="6208560"/>
                  <a:pt x="9260887" y="6279156"/>
                </a:cubicBezTo>
                <a:cubicBezTo>
                  <a:pt x="9286897" y="6490362"/>
                  <a:pt x="9136845" y="6682672"/>
                  <a:pt x="8925621" y="6708712"/>
                </a:cubicBezTo>
                <a:cubicBezTo>
                  <a:pt x="8714398" y="6734766"/>
                  <a:pt x="8522062" y="6584655"/>
                  <a:pt x="8496050" y="6373449"/>
                </a:cubicBezTo>
                <a:cubicBezTo>
                  <a:pt x="8470038" y="6162229"/>
                  <a:pt x="8620090" y="5969920"/>
                  <a:pt x="8831314" y="5943878"/>
                </a:cubicBezTo>
                <a:close/>
                <a:moveTo>
                  <a:pt x="7397485" y="5931706"/>
                </a:moveTo>
                <a:cubicBezTo>
                  <a:pt x="7598431" y="5931157"/>
                  <a:pt x="7792965" y="6024548"/>
                  <a:pt x="7917779" y="6191864"/>
                </a:cubicBezTo>
                <a:cubicBezTo>
                  <a:pt x="7959204" y="6247714"/>
                  <a:pt x="7991530" y="6309792"/>
                  <a:pt x="8013467" y="6375784"/>
                </a:cubicBezTo>
                <a:cubicBezTo>
                  <a:pt x="8055425" y="6502973"/>
                  <a:pt x="8055748" y="6633888"/>
                  <a:pt x="8021879" y="6753751"/>
                </a:cubicBezTo>
                <a:lnTo>
                  <a:pt x="7981316" y="6858000"/>
                </a:lnTo>
                <a:lnTo>
                  <a:pt x="6819486" y="6858000"/>
                </a:lnTo>
                <a:lnTo>
                  <a:pt x="6785199" y="6781101"/>
                </a:lnTo>
                <a:cubicBezTo>
                  <a:pt x="6673307" y="6441922"/>
                  <a:pt x="6857485" y="6076251"/>
                  <a:pt x="7196747" y="5964309"/>
                </a:cubicBezTo>
                <a:cubicBezTo>
                  <a:pt x="7262809" y="5942509"/>
                  <a:pt x="7330503" y="5931889"/>
                  <a:pt x="7397485" y="5931706"/>
                </a:cubicBezTo>
                <a:close/>
                <a:moveTo>
                  <a:pt x="1505570" y="227178"/>
                </a:moveTo>
                <a:cubicBezTo>
                  <a:pt x="1691018" y="218628"/>
                  <a:pt x="1889853" y="275403"/>
                  <a:pt x="2026489" y="392370"/>
                </a:cubicBezTo>
                <a:cubicBezTo>
                  <a:pt x="2369898" y="685965"/>
                  <a:pt x="2078266" y="1147857"/>
                  <a:pt x="2444553" y="1654853"/>
                </a:cubicBezTo>
                <a:cubicBezTo>
                  <a:pt x="2492906" y="1721679"/>
                  <a:pt x="2800482" y="2144546"/>
                  <a:pt x="3183153" y="2116208"/>
                </a:cubicBezTo>
                <a:cubicBezTo>
                  <a:pt x="3673561" y="2080541"/>
                  <a:pt x="3723222" y="1441614"/>
                  <a:pt x="4288384" y="1291908"/>
                </a:cubicBezTo>
                <a:cubicBezTo>
                  <a:pt x="4689065" y="1185875"/>
                  <a:pt x="5207943" y="1366633"/>
                  <a:pt x="5472602" y="1697818"/>
                </a:cubicBezTo>
                <a:cubicBezTo>
                  <a:pt x="5891294" y="2221754"/>
                  <a:pt x="5408012" y="2790179"/>
                  <a:pt x="5844697" y="3444791"/>
                </a:cubicBezTo>
                <a:cubicBezTo>
                  <a:pt x="6149900" y="3902467"/>
                  <a:pt x="6672672" y="4053594"/>
                  <a:pt x="6715674" y="4065208"/>
                </a:cubicBezTo>
                <a:cubicBezTo>
                  <a:pt x="7326423" y="4232519"/>
                  <a:pt x="7677158" y="3817020"/>
                  <a:pt x="8130429" y="4101787"/>
                </a:cubicBezTo>
                <a:cubicBezTo>
                  <a:pt x="8226340" y="4161985"/>
                  <a:pt x="8536372" y="4356819"/>
                  <a:pt x="8624630" y="4686202"/>
                </a:cubicBezTo>
                <a:lnTo>
                  <a:pt x="8623843" y="4685749"/>
                </a:lnTo>
                <a:cubicBezTo>
                  <a:pt x="8636924" y="4734567"/>
                  <a:pt x="8644635" y="4784678"/>
                  <a:pt x="8646859" y="4835156"/>
                </a:cubicBezTo>
                <a:cubicBezTo>
                  <a:pt x="8662596" y="5196604"/>
                  <a:pt x="8398383" y="5562326"/>
                  <a:pt x="8079403" y="5661624"/>
                </a:cubicBezTo>
                <a:cubicBezTo>
                  <a:pt x="7649807" y="5795217"/>
                  <a:pt x="7430996" y="5350293"/>
                  <a:pt x="6833105" y="5397208"/>
                </a:cubicBezTo>
                <a:cubicBezTo>
                  <a:pt x="6519033" y="5421527"/>
                  <a:pt x="6056658" y="5595550"/>
                  <a:pt x="5900832" y="5944462"/>
                </a:cubicBezTo>
                <a:cubicBezTo>
                  <a:pt x="5770548" y="6236600"/>
                  <a:pt x="5916359" y="6515160"/>
                  <a:pt x="6067212" y="6811916"/>
                </a:cubicBezTo>
                <a:lnTo>
                  <a:pt x="6089565" y="6858000"/>
                </a:lnTo>
                <a:lnTo>
                  <a:pt x="0" y="6858000"/>
                </a:lnTo>
                <a:lnTo>
                  <a:pt x="0" y="2181377"/>
                </a:lnTo>
                <a:lnTo>
                  <a:pt x="73069" y="2215839"/>
                </a:lnTo>
                <a:cubicBezTo>
                  <a:pt x="165116" y="2251829"/>
                  <a:pt x="254486" y="2263171"/>
                  <a:pt x="335445" y="2237140"/>
                </a:cubicBezTo>
                <a:cubicBezTo>
                  <a:pt x="594718" y="2153707"/>
                  <a:pt x="688441" y="1733807"/>
                  <a:pt x="752878" y="1445285"/>
                </a:cubicBezTo>
                <a:cubicBezTo>
                  <a:pt x="925059" y="674068"/>
                  <a:pt x="975076" y="456292"/>
                  <a:pt x="1202551" y="314229"/>
                </a:cubicBezTo>
                <a:cubicBezTo>
                  <a:pt x="1287853" y="260956"/>
                  <a:pt x="1394302" y="232308"/>
                  <a:pt x="1505570" y="227178"/>
                </a:cubicBezTo>
                <a:close/>
                <a:moveTo>
                  <a:pt x="3142509" y="68854"/>
                </a:moveTo>
                <a:cubicBezTo>
                  <a:pt x="3275474" y="52467"/>
                  <a:pt x="3407455" y="106339"/>
                  <a:pt x="3490978" y="211117"/>
                </a:cubicBezTo>
                <a:cubicBezTo>
                  <a:pt x="3535271" y="266744"/>
                  <a:pt x="3563404" y="333535"/>
                  <a:pt x="3572083" y="404131"/>
                </a:cubicBezTo>
                <a:cubicBezTo>
                  <a:pt x="3598092" y="615337"/>
                  <a:pt x="3448040" y="807648"/>
                  <a:pt x="3236814" y="833688"/>
                </a:cubicBezTo>
                <a:cubicBezTo>
                  <a:pt x="3025594" y="859741"/>
                  <a:pt x="2833255" y="709631"/>
                  <a:pt x="2807245" y="498425"/>
                </a:cubicBezTo>
                <a:cubicBezTo>
                  <a:pt x="2781232" y="287207"/>
                  <a:pt x="2931283" y="94896"/>
                  <a:pt x="3142509" y="68854"/>
                </a:cubicBezTo>
                <a:close/>
                <a:moveTo>
                  <a:pt x="0" y="0"/>
                </a:moveTo>
                <a:lnTo>
                  <a:pt x="39858" y="0"/>
                </a:lnTo>
                <a:lnTo>
                  <a:pt x="65022" y="5834"/>
                </a:lnTo>
                <a:cubicBezTo>
                  <a:pt x="191545" y="45606"/>
                  <a:pt x="305874" y="124173"/>
                  <a:pt x="389258" y="235630"/>
                </a:cubicBezTo>
                <a:cubicBezTo>
                  <a:pt x="430983" y="291600"/>
                  <a:pt x="463360" y="353876"/>
                  <a:pt x="485484" y="420070"/>
                </a:cubicBezTo>
                <a:cubicBezTo>
                  <a:pt x="597711" y="759508"/>
                  <a:pt x="413661" y="1125662"/>
                  <a:pt x="74229" y="1237955"/>
                </a:cubicBezTo>
                <a:lnTo>
                  <a:pt x="0" y="1254477"/>
                </a:lnTo>
                <a:close/>
              </a:path>
            </a:pathLst>
          </a:custGeom>
          <a:solidFill>
            <a:schemeClr val="bg1"/>
          </a:solidFill>
          <a:ln w="1270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760C036-BBCE-4F9E-AD56-DD36D4407B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557784"/>
            <a:ext cx="10972800" cy="1325563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3A5D7EC-1E6A-473F-B5A4-18CDFB6CF95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9600" y="2106204"/>
            <a:ext cx="10972800" cy="403653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9981C7-34D5-49A4-949D-715FD4BD8FE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09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lang="en-US" sz="800" kern="1200" cap="all" spc="200" smtClean="0">
                <a:solidFill>
                  <a:schemeClr val="tx1"/>
                </a:solidFill>
                <a:latin typeface="+mn-lt"/>
                <a:ea typeface="+mn-ea"/>
                <a:cs typeface="Segoe UI Semilight" panose="020B0402040204020203" pitchFamily="34" charset="0"/>
              </a:defRPr>
            </a:lvl1pPr>
          </a:lstStyle>
          <a:p>
            <a:fld id="{F481A142-DA77-4A5F-AD1F-14E6C18F0F5F}" type="datetime1">
              <a:rPr lang="en-US" smtClean="0"/>
              <a:t>1/11/2022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A85CE6E-733D-4C60-B40B-C7C10CB5AFB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lang="en-US" sz="800" kern="1200" cap="all" spc="200" dirty="0">
                <a:solidFill>
                  <a:schemeClr val="tx1"/>
                </a:solidFill>
                <a:latin typeface="+mn-lt"/>
                <a:ea typeface="+mn-ea"/>
                <a:cs typeface="Segoe UI Semilight" panose="020B0402040204020203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2D80D8B-7909-4114-8EBA-C3086DC62B0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134600" y="6356350"/>
            <a:ext cx="1447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lang="en-US" sz="800" kern="1200" cap="all" spc="200" smtClean="0">
                <a:solidFill>
                  <a:schemeClr val="tx1"/>
                </a:solidFill>
                <a:latin typeface="+mn-lt"/>
                <a:ea typeface="+mn-ea"/>
                <a:cs typeface="Segoe UI Semilight" panose="020B0402040204020203" pitchFamily="34" charset="0"/>
              </a:defRPr>
            </a:lvl1pPr>
          </a:lstStyle>
          <a:p>
            <a:fld id="{1F646F3F-274D-499B-ABBE-824EB4ABDC3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49540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68" r:id="rId1"/>
    <p:sldLayoutId id="2147483969" r:id="rId2"/>
    <p:sldLayoutId id="2147483970" r:id="rId3"/>
    <p:sldLayoutId id="2147483971" r:id="rId4"/>
    <p:sldLayoutId id="2147483972" r:id="rId5"/>
    <p:sldLayoutId id="2147483966" r:id="rId6"/>
    <p:sldLayoutId id="2147483962" r:id="rId7"/>
    <p:sldLayoutId id="2147483963" r:id="rId8"/>
    <p:sldLayoutId id="2147483964" r:id="rId9"/>
    <p:sldLayoutId id="2147483965" r:id="rId10"/>
    <p:sldLayoutId id="2147483967" r:id="rId11"/>
  </p:sldLayoutIdLst>
  <p:hf sldNum="0" hdr="0" ftr="0" dt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10000"/>
        </a:lnSpc>
        <a:spcBef>
          <a:spcPts val="1000"/>
        </a:spcBef>
        <a:buClr>
          <a:schemeClr val="accent5"/>
        </a:buClr>
        <a:buFont typeface="Avenir Next LT Pro" panose="020B0504020202020204" pitchFamily="34" charset="0"/>
        <a:buNone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228600" indent="0" algn="l" defTabSz="914400" rtl="0" eaLnBrk="1" latinLnBrk="0" hangingPunct="1">
        <a:lnSpc>
          <a:spcPct val="110000"/>
        </a:lnSpc>
        <a:spcBef>
          <a:spcPts val="500"/>
        </a:spcBef>
        <a:buClr>
          <a:schemeClr val="accent5"/>
        </a:buClr>
        <a:buFont typeface="Avenir Next LT Pro" panose="020B0504020202020204" pitchFamily="34" charset="0"/>
        <a:buNone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457200" indent="0" algn="l" defTabSz="914400" rtl="0" eaLnBrk="1" latinLnBrk="0" hangingPunct="1">
        <a:lnSpc>
          <a:spcPct val="110000"/>
        </a:lnSpc>
        <a:spcBef>
          <a:spcPts val="500"/>
        </a:spcBef>
        <a:buClr>
          <a:schemeClr val="accent5"/>
        </a:buClr>
        <a:buFont typeface="Avenir Next LT Pro" panose="020B0504020202020204" pitchFamily="34" charset="0"/>
        <a:buNone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685800" indent="0" algn="l" defTabSz="914400" rtl="0" eaLnBrk="1" latinLnBrk="0" hangingPunct="1">
        <a:lnSpc>
          <a:spcPct val="110000"/>
        </a:lnSpc>
        <a:spcBef>
          <a:spcPts val="500"/>
        </a:spcBef>
        <a:buClr>
          <a:schemeClr val="accent5"/>
        </a:buClr>
        <a:buFont typeface="Avenir Next LT Pro" panose="020B0504020202020204" pitchFamily="34" charset="0"/>
        <a:buNone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914400" indent="0" algn="l" defTabSz="914400" rtl="0" eaLnBrk="1" latinLnBrk="0" hangingPunct="1">
        <a:lnSpc>
          <a:spcPct val="110000"/>
        </a:lnSpc>
        <a:spcBef>
          <a:spcPts val="500"/>
        </a:spcBef>
        <a:buClr>
          <a:schemeClr val="accent5"/>
        </a:buClr>
        <a:buFont typeface="Avenir Next LT Pro" panose="020B0504020202020204" pitchFamily="34" charset="0"/>
        <a:buNone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5.xml"/><Relationship Id="rId2" Type="http://schemas.openxmlformats.org/officeDocument/2006/relationships/diagramData" Target="../diagrams/data5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5.xml"/><Relationship Id="rId5" Type="http://schemas.openxmlformats.org/officeDocument/2006/relationships/diagramColors" Target="../diagrams/colors5.xml"/><Relationship Id="rId4" Type="http://schemas.openxmlformats.org/officeDocument/2006/relationships/diagramQuickStyle" Target="../diagrams/quickStyle5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9" name="Background Fill">
            <a:extLst>
              <a:ext uri="{FF2B5EF4-FFF2-40B4-BE49-F238E27FC236}">
                <a16:creationId xmlns:a16="http://schemas.microsoft.com/office/drawing/2014/main" id="{68CA250C-CF5A-4736-9249-D6111F7C55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1" name="Background Fill">
            <a:extLst>
              <a:ext uri="{FF2B5EF4-FFF2-40B4-BE49-F238E27FC236}">
                <a16:creationId xmlns:a16="http://schemas.microsoft.com/office/drawing/2014/main" id="{18D902C6-08DE-45F8-B54A-41065C31B0E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chemeClr val="accent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" name="Freeform: Shape 102">
            <a:extLst>
              <a:ext uri="{FF2B5EF4-FFF2-40B4-BE49-F238E27FC236}">
                <a16:creationId xmlns:a16="http://schemas.microsoft.com/office/drawing/2014/main" id="{6B3AFF00-BBA4-4343-8496-80833519AA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3049" y="1"/>
            <a:ext cx="8916078" cy="6857999"/>
          </a:xfrm>
          <a:custGeom>
            <a:avLst/>
            <a:gdLst>
              <a:gd name="connsiteX0" fmla="*/ 8183400 w 8916078"/>
              <a:gd name="connsiteY0" fmla="*/ 3865853 h 6820849"/>
              <a:gd name="connsiteX1" fmla="*/ 8259593 w 8916078"/>
              <a:gd name="connsiteY1" fmla="*/ 3878252 h 6820849"/>
              <a:gd name="connsiteX2" fmla="*/ 8529076 w 8916078"/>
              <a:gd name="connsiteY2" fmla="*/ 4345010 h 6820849"/>
              <a:gd name="connsiteX3" fmla="*/ 8062319 w 8916078"/>
              <a:gd name="connsiteY3" fmla="*/ 4614493 h 6820849"/>
              <a:gd name="connsiteX4" fmla="*/ 7792836 w 8916078"/>
              <a:gd name="connsiteY4" fmla="*/ 4147735 h 6820849"/>
              <a:gd name="connsiteX5" fmla="*/ 8183400 w 8916078"/>
              <a:gd name="connsiteY5" fmla="*/ 3865853 h 6820849"/>
              <a:gd name="connsiteX6" fmla="*/ 8734942 w 8916078"/>
              <a:gd name="connsiteY6" fmla="*/ 2667480 h 6820849"/>
              <a:gd name="connsiteX7" fmla="*/ 8773412 w 8916078"/>
              <a:gd name="connsiteY7" fmla="*/ 2673741 h 6820849"/>
              <a:gd name="connsiteX8" fmla="*/ 8909474 w 8916078"/>
              <a:gd name="connsiteY8" fmla="*/ 2909407 h 6820849"/>
              <a:gd name="connsiteX9" fmla="*/ 8673808 w 8916078"/>
              <a:gd name="connsiteY9" fmla="*/ 3045469 h 6820849"/>
              <a:gd name="connsiteX10" fmla="*/ 8537746 w 8916078"/>
              <a:gd name="connsiteY10" fmla="*/ 2809802 h 6820849"/>
              <a:gd name="connsiteX11" fmla="*/ 8697151 w 8916078"/>
              <a:gd name="connsiteY11" fmla="*/ 2668961 h 6820849"/>
              <a:gd name="connsiteX12" fmla="*/ 8734942 w 8916078"/>
              <a:gd name="connsiteY12" fmla="*/ 2667480 h 6820849"/>
              <a:gd name="connsiteX13" fmla="*/ 8776652 w 8916078"/>
              <a:gd name="connsiteY13" fmla="*/ 1 h 6820849"/>
              <a:gd name="connsiteX14" fmla="*/ 8786961 w 8916078"/>
              <a:gd name="connsiteY14" fmla="*/ 42970 h 6820849"/>
              <a:gd name="connsiteX15" fmla="*/ 8775876 w 8916078"/>
              <a:gd name="connsiteY15" fmla="*/ 219853 h 6820849"/>
              <a:gd name="connsiteX16" fmla="*/ 8229255 w 8916078"/>
              <a:gd name="connsiteY16" fmla="*/ 535444 h 6820849"/>
              <a:gd name="connsiteX17" fmla="*/ 7899142 w 8916078"/>
              <a:gd name="connsiteY17" fmla="*/ 78053 h 6820849"/>
              <a:gd name="connsiteX18" fmla="*/ 7911844 w 8916078"/>
              <a:gd name="connsiteY18" fmla="*/ 1 h 6820849"/>
              <a:gd name="connsiteX19" fmla="*/ 0 w 8916078"/>
              <a:gd name="connsiteY19" fmla="*/ 0 h 6820849"/>
              <a:gd name="connsiteX20" fmla="*/ 3064542 w 8916078"/>
              <a:gd name="connsiteY20" fmla="*/ 1 h 6820849"/>
              <a:gd name="connsiteX21" fmla="*/ 3626351 w 8916078"/>
              <a:gd name="connsiteY21" fmla="*/ 1 h 6820849"/>
              <a:gd name="connsiteX22" fmla="*/ 6388767 w 8916078"/>
              <a:gd name="connsiteY22" fmla="*/ 1 h 6820849"/>
              <a:gd name="connsiteX23" fmla="*/ 7293415 w 8916078"/>
              <a:gd name="connsiteY23" fmla="*/ 1 h 6820849"/>
              <a:gd name="connsiteX24" fmla="*/ 7285291 w 8916078"/>
              <a:gd name="connsiteY24" fmla="*/ 184997 h 6820849"/>
              <a:gd name="connsiteX25" fmla="*/ 7288318 w 8916078"/>
              <a:gd name="connsiteY25" fmla="*/ 419996 h 6820849"/>
              <a:gd name="connsiteX26" fmla="*/ 7736280 w 8916078"/>
              <a:gd name="connsiteY26" fmla="*/ 1068100 h 6820849"/>
              <a:gd name="connsiteX27" fmla="*/ 8184147 w 8916078"/>
              <a:gd name="connsiteY27" fmla="*/ 2589406 h 6820849"/>
              <a:gd name="connsiteX28" fmla="*/ 7738154 w 8916078"/>
              <a:gd name="connsiteY28" fmla="*/ 3164270 h 6820849"/>
              <a:gd name="connsiteX29" fmla="*/ 7579762 w 8916078"/>
              <a:gd name="connsiteY29" fmla="*/ 4641256 h 6820849"/>
              <a:gd name="connsiteX30" fmla="*/ 8191492 w 8916078"/>
              <a:gd name="connsiteY30" fmla="*/ 5670858 h 6820849"/>
              <a:gd name="connsiteX31" fmla="*/ 8477065 w 8916078"/>
              <a:gd name="connsiteY31" fmla="*/ 6707671 h 6820849"/>
              <a:gd name="connsiteX32" fmla="*/ 8478852 w 8916078"/>
              <a:gd name="connsiteY32" fmla="*/ 6820849 h 6820849"/>
              <a:gd name="connsiteX33" fmla="*/ 0 w 8916078"/>
              <a:gd name="connsiteY33" fmla="*/ 6820849 h 682084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</a:cxnLst>
            <a:rect l="l" t="t" r="r" b="b"/>
            <a:pathLst>
              <a:path w="8916078" h="6820849">
                <a:moveTo>
                  <a:pt x="8183400" y="3865853"/>
                </a:moveTo>
                <a:cubicBezTo>
                  <a:pt x="8208679" y="3867370"/>
                  <a:pt x="8234181" y="3871443"/>
                  <a:pt x="8259593" y="3878252"/>
                </a:cubicBezTo>
                <a:cubicBezTo>
                  <a:pt x="8462901" y="3932728"/>
                  <a:pt x="8583552" y="4141703"/>
                  <a:pt x="8529076" y="4345010"/>
                </a:cubicBezTo>
                <a:cubicBezTo>
                  <a:pt x="8474600" y="4548317"/>
                  <a:pt x="8265626" y="4668969"/>
                  <a:pt x="8062319" y="4614493"/>
                </a:cubicBezTo>
                <a:cubicBezTo>
                  <a:pt x="7859012" y="4560017"/>
                  <a:pt x="7738360" y="4351042"/>
                  <a:pt x="7792836" y="4147735"/>
                </a:cubicBezTo>
                <a:cubicBezTo>
                  <a:pt x="7840502" y="3969841"/>
                  <a:pt x="8006457" y="3855230"/>
                  <a:pt x="8183400" y="3865853"/>
                </a:cubicBezTo>
                <a:close/>
                <a:moveTo>
                  <a:pt x="8734942" y="2667480"/>
                </a:moveTo>
                <a:cubicBezTo>
                  <a:pt x="8747705" y="2668246"/>
                  <a:pt x="8760581" y="2670303"/>
                  <a:pt x="8773412" y="2673741"/>
                </a:cubicBezTo>
                <a:cubicBezTo>
                  <a:pt x="8876062" y="2701246"/>
                  <a:pt x="8936980" y="2806757"/>
                  <a:pt x="8909474" y="2909407"/>
                </a:cubicBezTo>
                <a:cubicBezTo>
                  <a:pt x="8881969" y="3012057"/>
                  <a:pt x="8776458" y="3072974"/>
                  <a:pt x="8673808" y="3045469"/>
                </a:cubicBezTo>
                <a:cubicBezTo>
                  <a:pt x="8571158" y="3017965"/>
                  <a:pt x="8510241" y="2912452"/>
                  <a:pt x="8537746" y="2809802"/>
                </a:cubicBezTo>
                <a:cubicBezTo>
                  <a:pt x="8558375" y="2732815"/>
                  <a:pt x="8622882" y="2679302"/>
                  <a:pt x="8697151" y="2668961"/>
                </a:cubicBezTo>
                <a:cubicBezTo>
                  <a:pt x="8709529" y="2667237"/>
                  <a:pt x="8722180" y="2666714"/>
                  <a:pt x="8734942" y="2667480"/>
                </a:cubicBezTo>
                <a:close/>
                <a:moveTo>
                  <a:pt x="8776652" y="1"/>
                </a:moveTo>
                <a:lnTo>
                  <a:pt x="8786961" y="42970"/>
                </a:lnTo>
                <a:cubicBezTo>
                  <a:pt x="8794957" y="100392"/>
                  <a:pt x="8791826" y="160330"/>
                  <a:pt x="8775876" y="219853"/>
                </a:cubicBezTo>
                <a:cubicBezTo>
                  <a:pt x="8712079" y="457946"/>
                  <a:pt x="8467349" y="599241"/>
                  <a:pt x="8229255" y="535444"/>
                </a:cubicBezTo>
                <a:cubicBezTo>
                  <a:pt x="8020924" y="479621"/>
                  <a:pt x="7886703" y="285271"/>
                  <a:pt x="7899142" y="78053"/>
                </a:cubicBezTo>
                <a:lnTo>
                  <a:pt x="7911844" y="1"/>
                </a:lnTo>
                <a:close/>
                <a:moveTo>
                  <a:pt x="0" y="0"/>
                </a:moveTo>
                <a:lnTo>
                  <a:pt x="3064542" y="1"/>
                </a:lnTo>
                <a:lnTo>
                  <a:pt x="3626351" y="1"/>
                </a:lnTo>
                <a:lnTo>
                  <a:pt x="6388767" y="1"/>
                </a:lnTo>
                <a:lnTo>
                  <a:pt x="7293415" y="1"/>
                </a:lnTo>
                <a:lnTo>
                  <a:pt x="7285291" y="184997"/>
                </a:lnTo>
                <a:cubicBezTo>
                  <a:pt x="7283933" y="263521"/>
                  <a:pt x="7284806" y="341911"/>
                  <a:pt x="7288318" y="419996"/>
                </a:cubicBezTo>
                <a:cubicBezTo>
                  <a:pt x="7301507" y="709488"/>
                  <a:pt x="7530168" y="891535"/>
                  <a:pt x="7736280" y="1068100"/>
                </a:cubicBezTo>
                <a:cubicBezTo>
                  <a:pt x="8250069" y="1508062"/>
                  <a:pt x="8424916" y="2032159"/>
                  <a:pt x="8184147" y="2589406"/>
                </a:cubicBezTo>
                <a:cubicBezTo>
                  <a:pt x="8090773" y="2805524"/>
                  <a:pt x="7909218" y="2993264"/>
                  <a:pt x="7738154" y="3164270"/>
                </a:cubicBezTo>
                <a:cubicBezTo>
                  <a:pt x="7279360" y="3622745"/>
                  <a:pt x="7298159" y="4154456"/>
                  <a:pt x="7579762" y="4641256"/>
                </a:cubicBezTo>
                <a:cubicBezTo>
                  <a:pt x="7780382" y="4986833"/>
                  <a:pt x="8020938" y="5311557"/>
                  <a:pt x="8191492" y="5670858"/>
                </a:cubicBezTo>
                <a:cubicBezTo>
                  <a:pt x="8357544" y="6019043"/>
                  <a:pt x="8456063" y="6366409"/>
                  <a:pt x="8477065" y="6707671"/>
                </a:cubicBezTo>
                <a:lnTo>
                  <a:pt x="8478852" y="6820849"/>
                </a:lnTo>
                <a:lnTo>
                  <a:pt x="0" y="6820849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標題 1"/>
          <p:cNvSpPr>
            <a:spLocks noGrp="1"/>
          </p:cNvSpPr>
          <p:nvPr>
            <p:ph type="ctrTitle"/>
          </p:nvPr>
        </p:nvSpPr>
        <p:spPr>
          <a:xfrm>
            <a:off x="612648" y="557783"/>
            <a:ext cx="6693027" cy="3130807"/>
          </a:xfrm>
        </p:spPr>
        <p:txBody>
          <a:bodyPr>
            <a:normAutofit fontScale="90000"/>
          </a:bodyPr>
          <a:lstStyle/>
          <a:p>
            <a:pPr>
              <a:lnSpc>
                <a:spcPct val="150000"/>
              </a:lnSpc>
            </a:pPr>
            <a:r>
              <a:rPr lang="zh-TW" altLang="en-US" dirty="0">
                <a:ea typeface="新細明體"/>
                <a:cs typeface="Calibri Light"/>
              </a:rPr>
              <a:t>程式語言成品介紹</a:t>
            </a:r>
            <a:br>
              <a:rPr lang="zh-TW" altLang="en-US" dirty="0">
                <a:ea typeface="新細明體"/>
                <a:cs typeface="Calibri Light"/>
              </a:rPr>
            </a:br>
            <a:r>
              <a:rPr lang="zh-CN" altLang="en-US" sz="3200" dirty="0">
                <a:ea typeface="+mj-lt"/>
                <a:cs typeface="+mj-lt"/>
              </a:rPr>
              <a:t>五專回歸 青出於藍 更勝於藍 </a:t>
            </a:r>
            <a:br>
              <a:rPr lang="zh-TW" altLang="en-US" dirty="0">
                <a:ea typeface="新細明體"/>
                <a:cs typeface="Calibri Light"/>
              </a:rPr>
            </a:br>
            <a:endParaRPr lang="zh-TW" altLang="en-US" dirty="0">
              <a:cs typeface="Posterama"/>
            </a:endParaRPr>
          </a:p>
        </p:txBody>
      </p:sp>
      <p:sp>
        <p:nvSpPr>
          <p:cNvPr id="3" name="副標題 2"/>
          <p:cNvSpPr>
            <a:spLocks noGrp="1"/>
          </p:cNvSpPr>
          <p:nvPr>
            <p:ph type="subTitle" idx="1"/>
          </p:nvPr>
        </p:nvSpPr>
        <p:spPr>
          <a:xfrm>
            <a:off x="612648" y="3902206"/>
            <a:ext cx="6693027" cy="2240529"/>
          </a:xfrm>
        </p:spPr>
        <p:txBody>
          <a:bodyPr>
            <a:normAutofit/>
          </a:bodyPr>
          <a:lstStyle/>
          <a:p>
            <a:r>
              <a:rPr lang="zh-TW" altLang="en-US"/>
              <a:t>介紹人:NUTC-TECH網頁設計師-陳德恩</a:t>
            </a:r>
          </a:p>
        </p:txBody>
      </p:sp>
    </p:spTree>
    <p:extLst>
      <p:ext uri="{BB962C8B-B14F-4D97-AF65-F5344CB8AC3E}">
        <p14:creationId xmlns:p14="http://schemas.microsoft.com/office/powerpoint/2010/main" val="25921299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E7284A2-D584-4B2E-83EB-44A880B879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簡報大綱</a:t>
            </a:r>
            <a:r>
              <a:rPr lang="en-US" altLang="zh-TW" dirty="0"/>
              <a:t>(main point)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5A33B95E-0166-42EA-8D59-443F0F3F09E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zh-TW" sz="2400" dirty="0"/>
              <a:t>1.</a:t>
            </a:r>
            <a:r>
              <a:rPr lang="zh-TW" altLang="en-US" sz="2400" dirty="0"/>
              <a:t>工作分配</a:t>
            </a:r>
            <a:endParaRPr lang="en-US" altLang="zh-TW" sz="2400" dirty="0"/>
          </a:p>
          <a:p>
            <a:r>
              <a:rPr lang="en-US" altLang="zh-TW" sz="2400" dirty="0"/>
              <a:t>2.</a:t>
            </a:r>
            <a:r>
              <a:rPr lang="zh-TW" altLang="en-US" sz="2400" dirty="0"/>
              <a:t>產品線介紹</a:t>
            </a:r>
            <a:endParaRPr lang="en-US" altLang="zh-TW" sz="2400" dirty="0"/>
          </a:p>
          <a:p>
            <a:r>
              <a:rPr lang="en-US" altLang="zh-TW" sz="2400" dirty="0"/>
              <a:t>3.</a:t>
            </a:r>
            <a:r>
              <a:rPr lang="zh-TW" altLang="en-US" sz="2400" dirty="0"/>
              <a:t>專案理念</a:t>
            </a:r>
            <a:endParaRPr lang="en-US" altLang="zh-TW" sz="2400" dirty="0"/>
          </a:p>
          <a:p>
            <a:r>
              <a:rPr lang="en-US" altLang="zh-TW" sz="2400" dirty="0"/>
              <a:t>4.</a:t>
            </a:r>
            <a:r>
              <a:rPr lang="zh-TW" altLang="en-US" sz="2400" dirty="0"/>
              <a:t>技術上的困難點與突破方式</a:t>
            </a:r>
            <a:endParaRPr lang="en-US" altLang="zh-TW" sz="2400" dirty="0"/>
          </a:p>
          <a:p>
            <a:r>
              <a:rPr lang="en-US" altLang="zh-TW" sz="2400" dirty="0"/>
              <a:t>5.</a:t>
            </a:r>
            <a:r>
              <a:rPr lang="zh-TW" altLang="en-US" sz="2400" dirty="0"/>
              <a:t>功能介紹</a:t>
            </a:r>
            <a:endParaRPr lang="en-US" altLang="zh-TW" sz="2400" dirty="0"/>
          </a:p>
          <a:p>
            <a:r>
              <a:rPr lang="en-US" altLang="zh-TW" sz="2400" dirty="0"/>
              <a:t>6.</a:t>
            </a:r>
            <a:r>
              <a:rPr lang="zh-TW" altLang="en-US" sz="2400" dirty="0"/>
              <a:t>測試裝置</a:t>
            </a:r>
            <a:endParaRPr lang="en-US" altLang="zh-TW" sz="2400" dirty="0"/>
          </a:p>
          <a:p>
            <a:r>
              <a:rPr lang="en-US" altLang="zh-TW" sz="2400" dirty="0"/>
              <a:t>7.</a:t>
            </a:r>
            <a:r>
              <a:rPr lang="zh-TW" altLang="en-US" sz="2400" dirty="0"/>
              <a:t>反思與經驗</a:t>
            </a:r>
          </a:p>
        </p:txBody>
      </p:sp>
    </p:spTree>
    <p:extLst>
      <p:ext uri="{BB962C8B-B14F-4D97-AF65-F5344CB8AC3E}">
        <p14:creationId xmlns:p14="http://schemas.microsoft.com/office/powerpoint/2010/main" val="195820386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A1B8751-EBCC-4150-9D76-2D9A7B57BE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工作分配</a:t>
            </a:r>
            <a:r>
              <a:rPr lang="en-US" altLang="zh-TW" dirty="0"/>
              <a:t>(arrangement)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28BE430A-097C-424E-8119-D91C78B94A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sz="3200" dirty="0"/>
              <a:t>網頁架構建設</a:t>
            </a:r>
            <a:r>
              <a:rPr lang="en-US" altLang="zh-TW" sz="3200" dirty="0"/>
              <a:t>:</a:t>
            </a:r>
            <a:r>
              <a:rPr lang="zh-TW" altLang="en-US" sz="3200" dirty="0"/>
              <a:t>資工三乙 陳德恩</a:t>
            </a:r>
            <a:endParaRPr lang="en-US" altLang="zh-TW" sz="3200" dirty="0"/>
          </a:p>
          <a:p>
            <a:r>
              <a:rPr lang="zh-TW" altLang="en-US" sz="3200" dirty="0"/>
              <a:t>簡報製作</a:t>
            </a:r>
            <a:r>
              <a:rPr lang="en-US" altLang="zh-TW" sz="3200" dirty="0"/>
              <a:t>:</a:t>
            </a:r>
            <a:r>
              <a:rPr lang="zh-TW" altLang="en-US" sz="3200" dirty="0"/>
              <a:t>資工二甲 曾暘憲、資工三乙 陳德恩</a:t>
            </a:r>
            <a:endParaRPr lang="en-US" altLang="zh-TW" sz="3200" dirty="0"/>
          </a:p>
          <a:p>
            <a:r>
              <a:rPr lang="zh-TW" altLang="en-US" sz="3200" dirty="0"/>
              <a:t>資料統整</a:t>
            </a:r>
            <a:r>
              <a:rPr lang="en-US" altLang="zh-TW" sz="3200" dirty="0"/>
              <a:t>:</a:t>
            </a:r>
            <a:r>
              <a:rPr lang="zh-TW" altLang="en-US" sz="3200" dirty="0"/>
              <a:t>資工二甲 劉尚典、胡均曄、陳柏翰</a:t>
            </a:r>
            <a:endParaRPr lang="en-US" altLang="zh-TW" sz="3200" dirty="0"/>
          </a:p>
          <a:p>
            <a:r>
              <a:rPr lang="zh-TW" altLang="en-US" sz="3200" dirty="0"/>
              <a:t>專案除錯</a:t>
            </a:r>
            <a:r>
              <a:rPr lang="en-US" altLang="zh-TW" sz="3200" dirty="0"/>
              <a:t>:</a:t>
            </a:r>
            <a:r>
              <a:rPr lang="zh-TW" altLang="en-US" sz="3200" dirty="0"/>
              <a:t>資工二甲 何柏穎</a:t>
            </a:r>
            <a:endParaRPr lang="en-US" altLang="zh-TW" sz="3200" dirty="0"/>
          </a:p>
          <a:p>
            <a:r>
              <a:rPr lang="zh-TW" altLang="en-US" sz="3200" dirty="0"/>
              <a:t>專案訪談</a:t>
            </a:r>
            <a:r>
              <a:rPr lang="en-US" altLang="zh-TW" sz="3200" dirty="0"/>
              <a:t>:</a:t>
            </a:r>
            <a:r>
              <a:rPr lang="zh-TW" altLang="en-US" sz="3200" dirty="0"/>
              <a:t>資工三乙 陳德恩、資工二甲 曾暘憲</a:t>
            </a:r>
          </a:p>
          <a:p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74495075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A1B8751-EBCC-4150-9D76-2D9A7B57BE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組員名單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28BE430A-097C-424E-8119-D91C78B94A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altLang="zh-TW" sz="3200" dirty="0"/>
              <a:t>1.</a:t>
            </a:r>
            <a:r>
              <a:rPr lang="zh-TW" altLang="en-US" sz="3200" dirty="0"/>
              <a:t>組長</a:t>
            </a:r>
            <a:r>
              <a:rPr lang="en-US" altLang="zh-TW" sz="3200" dirty="0"/>
              <a:t>:</a:t>
            </a:r>
          </a:p>
          <a:p>
            <a:r>
              <a:rPr lang="en-US" altLang="zh-TW" sz="3200" dirty="0"/>
              <a:t>1110832098</a:t>
            </a:r>
            <a:r>
              <a:rPr lang="zh-TW" altLang="en-US" sz="3200" dirty="0"/>
              <a:t>陳德恩 資工三乙</a:t>
            </a:r>
          </a:p>
          <a:p>
            <a:r>
              <a:rPr lang="en-US" altLang="zh-TW" sz="3200" dirty="0"/>
              <a:t>2.</a:t>
            </a:r>
            <a:r>
              <a:rPr lang="zh-TW" altLang="en-US" sz="3200" dirty="0"/>
              <a:t>組員</a:t>
            </a:r>
            <a:r>
              <a:rPr lang="en-US" altLang="zh-TW" sz="3200" dirty="0"/>
              <a:t>:</a:t>
            </a:r>
          </a:p>
          <a:p>
            <a:r>
              <a:rPr lang="en-US" altLang="zh-TW" sz="3200" dirty="0"/>
              <a:t>1110932012</a:t>
            </a:r>
            <a:r>
              <a:rPr lang="zh-TW" altLang="en-US" sz="3200" dirty="0"/>
              <a:t>何柏穎 資工二甲</a:t>
            </a:r>
          </a:p>
          <a:p>
            <a:r>
              <a:rPr lang="en-US" altLang="zh-TW" sz="3200" dirty="0"/>
              <a:t>1110932028</a:t>
            </a:r>
            <a:r>
              <a:rPr lang="zh-TW" altLang="en-US" sz="3200" dirty="0"/>
              <a:t>曾暘憲 資工二甲</a:t>
            </a:r>
          </a:p>
          <a:p>
            <a:r>
              <a:rPr lang="en-US" altLang="zh-TW" sz="3200" dirty="0"/>
              <a:t>1110932033</a:t>
            </a:r>
            <a:r>
              <a:rPr lang="zh-TW" altLang="en-US" sz="3200" dirty="0"/>
              <a:t>劉尚典 資工二甲</a:t>
            </a:r>
          </a:p>
          <a:p>
            <a:r>
              <a:rPr lang="en-US" altLang="zh-TW" sz="3200" dirty="0"/>
              <a:t>1110932020</a:t>
            </a:r>
            <a:r>
              <a:rPr lang="zh-TW" altLang="en-US" sz="3200" dirty="0"/>
              <a:t>胡均曄 資工二甲</a:t>
            </a:r>
          </a:p>
          <a:p>
            <a:r>
              <a:rPr lang="en-US" altLang="zh-TW" sz="3200" dirty="0"/>
              <a:t>1110932026</a:t>
            </a:r>
            <a:r>
              <a:rPr lang="zh-TW" altLang="en-US" sz="3200" dirty="0"/>
              <a:t>陳柏翰 資工二甲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9406248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7" name="Background Fill">
            <a:extLst>
              <a:ext uri="{FF2B5EF4-FFF2-40B4-BE49-F238E27FC236}">
                <a16:creationId xmlns:a16="http://schemas.microsoft.com/office/drawing/2014/main" id="{B937640E-EF7A-4A6C-A950-D12B7D5C923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3">
            <a:extLst>
              <a:ext uri="{FF2B5EF4-FFF2-40B4-BE49-F238E27FC236}">
                <a16:creationId xmlns:a16="http://schemas.microsoft.com/office/drawing/2014/main" id="{BC9DD7E5-C854-492A-9A94-054A4118EFA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1" cy="6858000"/>
          </a:xfrm>
          <a:prstGeom prst="rect">
            <a:avLst/>
          </a:prstGeom>
          <a:solidFill>
            <a:srgbClr val="AEAEAE">
              <a:alpha val="1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3110DF80-7755-48B5-8B8F-47C1B9CE5B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 flipV="1">
            <a:off x="0" y="2140699"/>
            <a:ext cx="12192000" cy="4717301"/>
          </a:xfrm>
          <a:custGeom>
            <a:avLst/>
            <a:gdLst>
              <a:gd name="connsiteX0" fmla="*/ 8930642 w 12192000"/>
              <a:gd name="connsiteY0" fmla="*/ 4273734 h 4717301"/>
              <a:gd name="connsiteX1" fmla="*/ 9143134 w 12192000"/>
              <a:gd name="connsiteY1" fmla="*/ 4396362 h 4717301"/>
              <a:gd name="connsiteX2" fmla="*/ 9043549 w 12192000"/>
              <a:gd name="connsiteY2" fmla="*/ 4693978 h 4717301"/>
              <a:gd name="connsiteX3" fmla="*/ 8745984 w 12192000"/>
              <a:gd name="connsiteY3" fmla="*/ 4594249 h 4717301"/>
              <a:gd name="connsiteX4" fmla="*/ 8845568 w 12192000"/>
              <a:gd name="connsiteY4" fmla="*/ 4296634 h 4717301"/>
              <a:gd name="connsiteX5" fmla="*/ 8930642 w 12192000"/>
              <a:gd name="connsiteY5" fmla="*/ 4273734 h 4717301"/>
              <a:gd name="connsiteX6" fmla="*/ 9842642 w 12192000"/>
              <a:gd name="connsiteY6" fmla="*/ 3718743 h 4717301"/>
              <a:gd name="connsiteX7" fmla="*/ 10272210 w 12192000"/>
              <a:gd name="connsiteY7" fmla="*/ 3966645 h 4717301"/>
              <a:gd name="connsiteX8" fmla="*/ 10070896 w 12192000"/>
              <a:gd name="connsiteY8" fmla="*/ 4568292 h 4717301"/>
              <a:gd name="connsiteX9" fmla="*/ 9469346 w 12192000"/>
              <a:gd name="connsiteY9" fmla="*/ 4366686 h 4717301"/>
              <a:gd name="connsiteX10" fmla="*/ 9670660 w 12192000"/>
              <a:gd name="connsiteY10" fmla="*/ 3765038 h 4717301"/>
              <a:gd name="connsiteX11" fmla="*/ 9842642 w 12192000"/>
              <a:gd name="connsiteY11" fmla="*/ 3718743 h 4717301"/>
              <a:gd name="connsiteX12" fmla="*/ 0 w 12192000"/>
              <a:gd name="connsiteY12" fmla="*/ 0 h 4717301"/>
              <a:gd name="connsiteX13" fmla="*/ 12192000 w 12192000"/>
              <a:gd name="connsiteY13" fmla="*/ 0 h 4717301"/>
              <a:gd name="connsiteX14" fmla="*/ 12192000 w 12192000"/>
              <a:gd name="connsiteY14" fmla="*/ 3369891 h 4717301"/>
              <a:gd name="connsiteX15" fmla="*/ 12124015 w 12192000"/>
              <a:gd name="connsiteY15" fmla="*/ 3410713 h 4717301"/>
              <a:gd name="connsiteX16" fmla="*/ 11077457 w 12192000"/>
              <a:gd name="connsiteY16" fmla="*/ 3501725 h 4717301"/>
              <a:gd name="connsiteX17" fmla="*/ 9867246 w 12192000"/>
              <a:gd name="connsiteY17" fmla="*/ 3351592 h 4717301"/>
              <a:gd name="connsiteX18" fmla="*/ 8994802 w 12192000"/>
              <a:gd name="connsiteY18" fmla="*/ 3878378 h 4717301"/>
              <a:gd name="connsiteX19" fmla="*/ 6994655 w 12192000"/>
              <a:gd name="connsiteY19" fmla="*/ 4335637 h 4717301"/>
              <a:gd name="connsiteX20" fmla="*/ 6287534 w 12192000"/>
              <a:gd name="connsiteY20" fmla="*/ 3714199 h 4717301"/>
              <a:gd name="connsiteX21" fmla="*/ 4392596 w 12192000"/>
              <a:gd name="connsiteY21" fmla="*/ 3392344 h 4717301"/>
              <a:gd name="connsiteX22" fmla="*/ 3014500 w 12192000"/>
              <a:gd name="connsiteY22" fmla="*/ 4100222 h 4717301"/>
              <a:gd name="connsiteX23" fmla="*/ 86414 w 12192000"/>
              <a:gd name="connsiteY23" fmla="*/ 3903305 h 4717301"/>
              <a:gd name="connsiteX24" fmla="*/ 0 w 12192000"/>
              <a:gd name="connsiteY24" fmla="*/ 3840566 h 47173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</a:cxnLst>
            <a:rect l="l" t="t" r="r" b="b"/>
            <a:pathLst>
              <a:path w="12192000" h="4717301">
                <a:moveTo>
                  <a:pt x="8930642" y="4273734"/>
                </a:moveTo>
                <a:cubicBezTo>
                  <a:pt x="9016941" y="4268381"/>
                  <a:pt x="9102130" y="4314070"/>
                  <a:pt x="9143134" y="4396362"/>
                </a:cubicBezTo>
                <a:cubicBezTo>
                  <a:pt x="9197806" y="4506087"/>
                  <a:pt x="9153221" y="4639333"/>
                  <a:pt x="9043549" y="4693978"/>
                </a:cubicBezTo>
                <a:cubicBezTo>
                  <a:pt x="8933879" y="4748622"/>
                  <a:pt x="8800655" y="4703973"/>
                  <a:pt x="8745984" y="4594249"/>
                </a:cubicBezTo>
                <a:cubicBezTo>
                  <a:pt x="8691311" y="4484525"/>
                  <a:pt x="8735897" y="4351279"/>
                  <a:pt x="8845568" y="4296634"/>
                </a:cubicBezTo>
                <a:cubicBezTo>
                  <a:pt x="8872986" y="4282973"/>
                  <a:pt x="8901875" y="4275517"/>
                  <a:pt x="8930642" y="4273734"/>
                </a:cubicBezTo>
                <a:close/>
                <a:moveTo>
                  <a:pt x="9842642" y="3718743"/>
                </a:moveTo>
                <a:cubicBezTo>
                  <a:pt x="10017101" y="3707923"/>
                  <a:pt x="10189318" y="3800286"/>
                  <a:pt x="10272210" y="3966645"/>
                </a:cubicBezTo>
                <a:cubicBezTo>
                  <a:pt x="10382732" y="4188458"/>
                  <a:pt x="10292600" y="4457825"/>
                  <a:pt x="10070896" y="4568292"/>
                </a:cubicBezTo>
                <a:cubicBezTo>
                  <a:pt x="9849191" y="4678760"/>
                  <a:pt x="9579867" y="4588498"/>
                  <a:pt x="9469346" y="4366686"/>
                </a:cubicBezTo>
                <a:cubicBezTo>
                  <a:pt x="9358824" y="4144873"/>
                  <a:pt x="9448956" y="3875506"/>
                  <a:pt x="9670660" y="3765038"/>
                </a:cubicBezTo>
                <a:cubicBezTo>
                  <a:pt x="9726087" y="3737421"/>
                  <a:pt x="9784490" y="3722349"/>
                  <a:pt x="9842642" y="3718743"/>
                </a:cubicBezTo>
                <a:close/>
                <a:moveTo>
                  <a:pt x="0" y="0"/>
                </a:moveTo>
                <a:lnTo>
                  <a:pt x="12192000" y="0"/>
                </a:lnTo>
                <a:lnTo>
                  <a:pt x="12192000" y="3369891"/>
                </a:lnTo>
                <a:lnTo>
                  <a:pt x="12124015" y="3410713"/>
                </a:lnTo>
                <a:cubicBezTo>
                  <a:pt x="11792041" y="3581538"/>
                  <a:pt x="11443617" y="3577252"/>
                  <a:pt x="11077457" y="3501725"/>
                </a:cubicBezTo>
                <a:cubicBezTo>
                  <a:pt x="10679189" y="3419860"/>
                  <a:pt x="10271734" y="3358281"/>
                  <a:pt x="9867246" y="3351592"/>
                </a:cubicBezTo>
                <a:cubicBezTo>
                  <a:pt x="9492336" y="3345611"/>
                  <a:pt x="9239136" y="3626329"/>
                  <a:pt x="8994802" y="3878378"/>
                </a:cubicBezTo>
                <a:cubicBezTo>
                  <a:pt x="8385954" y="4506678"/>
                  <a:pt x="7695268" y="4690742"/>
                  <a:pt x="6994655" y="4335637"/>
                </a:cubicBezTo>
                <a:cubicBezTo>
                  <a:pt x="6722938" y="4197922"/>
                  <a:pt x="6494843" y="3948626"/>
                  <a:pt x="6287534" y="3714199"/>
                </a:cubicBezTo>
                <a:cubicBezTo>
                  <a:pt x="5731733" y="3085491"/>
                  <a:pt x="5043559" y="3067499"/>
                  <a:pt x="4392596" y="3392344"/>
                </a:cubicBezTo>
                <a:cubicBezTo>
                  <a:pt x="3930423" y="3623867"/>
                  <a:pt x="3492022" y="3908604"/>
                  <a:pt x="3014500" y="4100222"/>
                </a:cubicBezTo>
                <a:cubicBezTo>
                  <a:pt x="1977820" y="4518409"/>
                  <a:pt x="973242" y="4499486"/>
                  <a:pt x="86414" y="3903305"/>
                </a:cubicBezTo>
                <a:lnTo>
                  <a:pt x="0" y="384056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標題 1">
            <a:extLst>
              <a:ext uri="{FF2B5EF4-FFF2-40B4-BE49-F238E27FC236}">
                <a16:creationId xmlns:a16="http://schemas.microsoft.com/office/drawing/2014/main" id="{A4BE3A88-9C4A-4DA2-833A-AB2E7C4B19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552782"/>
            <a:ext cx="5910470" cy="1625875"/>
          </a:xfrm>
        </p:spPr>
        <p:txBody>
          <a:bodyPr anchor="ctr">
            <a:normAutofit/>
          </a:bodyPr>
          <a:lstStyle/>
          <a:p>
            <a:r>
              <a:rPr lang="zh-TW" altLang="en-US" dirty="0"/>
              <a:t>產品線邏輯心智圖</a:t>
            </a:r>
            <a:r>
              <a:rPr lang="en-US" altLang="zh-TW" dirty="0"/>
              <a:t>(mind map)</a:t>
            </a:r>
            <a:endParaRPr lang="zh-TW" altLang="en-US" dirty="0"/>
          </a:p>
        </p:txBody>
      </p:sp>
      <p:sp>
        <p:nvSpPr>
          <p:cNvPr id="19" name="Content Placeholder 8">
            <a:extLst>
              <a:ext uri="{FF2B5EF4-FFF2-40B4-BE49-F238E27FC236}">
                <a16:creationId xmlns:a16="http://schemas.microsoft.com/office/drawing/2014/main" id="{AA535065-F803-4B79-A571-0C857BA0459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94998" y="552782"/>
            <a:ext cx="4887402" cy="1625876"/>
          </a:xfrm>
        </p:spPr>
        <p:txBody>
          <a:bodyPr anchor="ctr">
            <a:normAutofit/>
          </a:bodyPr>
          <a:lstStyle/>
          <a:p>
            <a:endParaRPr lang="en-US" dirty="0"/>
          </a:p>
        </p:txBody>
      </p:sp>
      <p:pic>
        <p:nvPicPr>
          <p:cNvPr id="5" name="內容版面配置區 4" descr="一張含有 文字 的圖片&#10;&#10;自動產生的描述">
            <a:extLst>
              <a:ext uri="{FF2B5EF4-FFF2-40B4-BE49-F238E27FC236}">
                <a16:creationId xmlns:a16="http://schemas.microsoft.com/office/drawing/2014/main" id="{83D11857-5D21-470A-A845-58F7F9249F9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5335" y="3312307"/>
            <a:ext cx="10578282" cy="28032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831043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5" name="Background Fill">
            <a:extLst>
              <a:ext uri="{FF2B5EF4-FFF2-40B4-BE49-F238E27FC236}">
                <a16:creationId xmlns:a16="http://schemas.microsoft.com/office/drawing/2014/main" id="{B937640E-EF7A-4A6C-A950-D12B7D5C923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1D9E6557-0E93-4B4F-8AD1-1A7E3870CD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1" cy="6858000"/>
          </a:xfrm>
          <a:prstGeom prst="rect">
            <a:avLst/>
          </a:prstGeom>
          <a:solidFill>
            <a:srgbClr val="AEAEAE">
              <a:alpha val="1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9" name="Freeform: Shape 28">
            <a:extLst>
              <a:ext uri="{FF2B5EF4-FFF2-40B4-BE49-F238E27FC236}">
                <a16:creationId xmlns:a16="http://schemas.microsoft.com/office/drawing/2014/main" id="{06B84358-2894-45F1-8753-B1EC1E593DD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28517" y="-2"/>
            <a:ext cx="7742945" cy="6858001"/>
          </a:xfrm>
          <a:custGeom>
            <a:avLst/>
            <a:gdLst>
              <a:gd name="connsiteX0" fmla="*/ 615190 w 7742945"/>
              <a:gd name="connsiteY0" fmla="*/ 3536636 h 6858001"/>
              <a:gd name="connsiteX1" fmla="*/ 1124778 w 7742945"/>
              <a:gd name="connsiteY1" fmla="*/ 4046224 h 6858001"/>
              <a:gd name="connsiteX2" fmla="*/ 615190 w 7742945"/>
              <a:gd name="connsiteY2" fmla="*/ 4555812 h 6858001"/>
              <a:gd name="connsiteX3" fmla="*/ 105602 w 7742945"/>
              <a:gd name="connsiteY3" fmla="*/ 4046224 h 6858001"/>
              <a:gd name="connsiteX4" fmla="*/ 615190 w 7742945"/>
              <a:gd name="connsiteY4" fmla="*/ 3536636 h 6858001"/>
              <a:gd name="connsiteX5" fmla="*/ 14543 w 7742945"/>
              <a:gd name="connsiteY5" fmla="*/ 1 h 6858001"/>
              <a:gd name="connsiteX6" fmla="*/ 879351 w 7742945"/>
              <a:gd name="connsiteY6" fmla="*/ 1 h 6858001"/>
              <a:gd name="connsiteX7" fmla="*/ 892053 w 7742945"/>
              <a:gd name="connsiteY7" fmla="*/ 78053 h 6858001"/>
              <a:gd name="connsiteX8" fmla="*/ 561940 w 7742945"/>
              <a:gd name="connsiteY8" fmla="*/ 535444 h 6858001"/>
              <a:gd name="connsiteX9" fmla="*/ 15319 w 7742945"/>
              <a:gd name="connsiteY9" fmla="*/ 219853 h 6858001"/>
              <a:gd name="connsiteX10" fmla="*/ 4234 w 7742945"/>
              <a:gd name="connsiteY10" fmla="*/ 42970 h 6858001"/>
              <a:gd name="connsiteX11" fmla="*/ 2617781 w 7742945"/>
              <a:gd name="connsiteY11" fmla="*/ 0 h 6858001"/>
              <a:gd name="connsiteX12" fmla="*/ 7742945 w 7742945"/>
              <a:gd name="connsiteY12" fmla="*/ 0 h 6858001"/>
              <a:gd name="connsiteX13" fmla="*/ 7742945 w 7742945"/>
              <a:gd name="connsiteY13" fmla="*/ 6858000 h 6858001"/>
              <a:gd name="connsiteX14" fmla="*/ 5726653 w 7742945"/>
              <a:gd name="connsiteY14" fmla="*/ 6858000 h 6858001"/>
              <a:gd name="connsiteX15" fmla="*/ 5726653 w 7742945"/>
              <a:gd name="connsiteY15" fmla="*/ 6858001 h 6858001"/>
              <a:gd name="connsiteX16" fmla="*/ 311757 w 7742945"/>
              <a:gd name="connsiteY16" fmla="*/ 6858001 h 6858001"/>
              <a:gd name="connsiteX17" fmla="*/ 314130 w 7742945"/>
              <a:gd name="connsiteY17" fmla="*/ 6707671 h 6858001"/>
              <a:gd name="connsiteX18" fmla="*/ 599702 w 7742945"/>
              <a:gd name="connsiteY18" fmla="*/ 5670859 h 6858001"/>
              <a:gd name="connsiteX19" fmla="*/ 1211433 w 7742945"/>
              <a:gd name="connsiteY19" fmla="*/ 4641256 h 6858001"/>
              <a:gd name="connsiteX20" fmla="*/ 1053041 w 7742945"/>
              <a:gd name="connsiteY20" fmla="*/ 3164270 h 6858001"/>
              <a:gd name="connsiteX21" fmla="*/ 607048 w 7742945"/>
              <a:gd name="connsiteY21" fmla="*/ 2589406 h 6858001"/>
              <a:gd name="connsiteX22" fmla="*/ 1054915 w 7742945"/>
              <a:gd name="connsiteY22" fmla="*/ 1068100 h 6858001"/>
              <a:gd name="connsiteX23" fmla="*/ 1502877 w 7742945"/>
              <a:gd name="connsiteY23" fmla="*/ 419996 h 6858001"/>
              <a:gd name="connsiteX24" fmla="*/ 1505904 w 7742945"/>
              <a:gd name="connsiteY24" fmla="*/ 184997 h 6858001"/>
              <a:gd name="connsiteX25" fmla="*/ 1497780 w 7742945"/>
              <a:gd name="connsiteY25" fmla="*/ 1 h 6858001"/>
              <a:gd name="connsiteX26" fmla="*/ 2617781 w 7742945"/>
              <a:gd name="connsiteY26" fmla="*/ 1 h 68580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</a:cxnLst>
            <a:rect l="l" t="t" r="r" b="b"/>
            <a:pathLst>
              <a:path w="7742945" h="6858001">
                <a:moveTo>
                  <a:pt x="615190" y="3536636"/>
                </a:moveTo>
                <a:cubicBezTo>
                  <a:pt x="896628" y="3536636"/>
                  <a:pt x="1124778" y="3764786"/>
                  <a:pt x="1124778" y="4046224"/>
                </a:cubicBezTo>
                <a:cubicBezTo>
                  <a:pt x="1124778" y="4327662"/>
                  <a:pt x="896628" y="4555812"/>
                  <a:pt x="615190" y="4555812"/>
                </a:cubicBezTo>
                <a:cubicBezTo>
                  <a:pt x="333752" y="4555812"/>
                  <a:pt x="105602" y="4327662"/>
                  <a:pt x="105602" y="4046224"/>
                </a:cubicBezTo>
                <a:cubicBezTo>
                  <a:pt x="105602" y="3764786"/>
                  <a:pt x="333752" y="3536636"/>
                  <a:pt x="615190" y="3536636"/>
                </a:cubicBezTo>
                <a:close/>
                <a:moveTo>
                  <a:pt x="14543" y="1"/>
                </a:moveTo>
                <a:lnTo>
                  <a:pt x="879351" y="1"/>
                </a:lnTo>
                <a:lnTo>
                  <a:pt x="892053" y="78053"/>
                </a:lnTo>
                <a:cubicBezTo>
                  <a:pt x="904492" y="285272"/>
                  <a:pt x="770271" y="479622"/>
                  <a:pt x="561940" y="535444"/>
                </a:cubicBezTo>
                <a:cubicBezTo>
                  <a:pt x="323846" y="599241"/>
                  <a:pt x="79116" y="457946"/>
                  <a:pt x="15319" y="219853"/>
                </a:cubicBezTo>
                <a:cubicBezTo>
                  <a:pt x="-631" y="160330"/>
                  <a:pt x="-3762" y="100392"/>
                  <a:pt x="4234" y="42970"/>
                </a:cubicBezTo>
                <a:close/>
                <a:moveTo>
                  <a:pt x="2617781" y="0"/>
                </a:moveTo>
                <a:lnTo>
                  <a:pt x="7742945" y="0"/>
                </a:lnTo>
                <a:lnTo>
                  <a:pt x="7742945" y="6858000"/>
                </a:lnTo>
                <a:lnTo>
                  <a:pt x="5726653" y="6858000"/>
                </a:lnTo>
                <a:lnTo>
                  <a:pt x="5726653" y="6858001"/>
                </a:lnTo>
                <a:lnTo>
                  <a:pt x="311757" y="6858001"/>
                </a:lnTo>
                <a:lnTo>
                  <a:pt x="314130" y="6707671"/>
                </a:lnTo>
                <a:cubicBezTo>
                  <a:pt x="335132" y="6366410"/>
                  <a:pt x="433651" y="6019043"/>
                  <a:pt x="599702" y="5670859"/>
                </a:cubicBezTo>
                <a:cubicBezTo>
                  <a:pt x="770257" y="5311557"/>
                  <a:pt x="1010813" y="4986833"/>
                  <a:pt x="1211433" y="4641256"/>
                </a:cubicBezTo>
                <a:cubicBezTo>
                  <a:pt x="1493036" y="4154457"/>
                  <a:pt x="1511835" y="3622745"/>
                  <a:pt x="1053041" y="3164270"/>
                </a:cubicBezTo>
                <a:cubicBezTo>
                  <a:pt x="881977" y="2993265"/>
                  <a:pt x="700422" y="2805524"/>
                  <a:pt x="607048" y="2589406"/>
                </a:cubicBezTo>
                <a:cubicBezTo>
                  <a:pt x="366279" y="2032159"/>
                  <a:pt x="541125" y="1508062"/>
                  <a:pt x="1054915" y="1068100"/>
                </a:cubicBezTo>
                <a:cubicBezTo>
                  <a:pt x="1261027" y="891536"/>
                  <a:pt x="1489688" y="709489"/>
                  <a:pt x="1502877" y="419996"/>
                </a:cubicBezTo>
                <a:cubicBezTo>
                  <a:pt x="1506389" y="341911"/>
                  <a:pt x="1507262" y="263521"/>
                  <a:pt x="1505904" y="184997"/>
                </a:cubicBezTo>
                <a:lnTo>
                  <a:pt x="1497780" y="1"/>
                </a:lnTo>
                <a:lnTo>
                  <a:pt x="2617781" y="1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標題 1">
            <a:extLst>
              <a:ext uri="{FF2B5EF4-FFF2-40B4-BE49-F238E27FC236}">
                <a16:creationId xmlns:a16="http://schemas.microsoft.com/office/drawing/2014/main" id="{D870998D-B56C-447F-9AD7-27A90202F2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2271" y="810563"/>
            <a:ext cx="3705572" cy="5409262"/>
          </a:xfrm>
        </p:spPr>
        <p:txBody>
          <a:bodyPr anchor="t">
            <a:normAutofit/>
          </a:bodyPr>
          <a:lstStyle/>
          <a:p>
            <a:r>
              <a:rPr lang="zh-TW" altLang="en-US">
                <a:cs typeface="Posterama"/>
              </a:rPr>
              <a:t>專案理念</a:t>
            </a:r>
            <a:r>
              <a:rPr lang="zh-TW" altLang="en-US" sz="3200">
                <a:cs typeface="Posterama"/>
              </a:rPr>
              <a:t>(Project Idea)</a:t>
            </a:r>
            <a:br>
              <a:rPr lang="zh-TW" altLang="en-US" dirty="0">
                <a:cs typeface="Posterama"/>
              </a:rPr>
            </a:br>
            <a:endParaRPr lang="zh-TW" altLang="en-US" dirty="0">
              <a:cs typeface="Posterama"/>
            </a:endParaRPr>
          </a:p>
        </p:txBody>
      </p:sp>
      <p:graphicFrame>
        <p:nvGraphicFramePr>
          <p:cNvPr id="14" name="內容版面配置區 2">
            <a:extLst>
              <a:ext uri="{FF2B5EF4-FFF2-40B4-BE49-F238E27FC236}">
                <a16:creationId xmlns:a16="http://schemas.microsoft.com/office/drawing/2014/main" id="{801C1535-3BFF-43E3-B0A5-D88A40BC527A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945916650"/>
              </p:ext>
            </p:extLst>
          </p:nvPr>
        </p:nvGraphicFramePr>
        <p:xfrm>
          <a:off x="6156183" y="594069"/>
          <a:ext cx="5473546" cy="497805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75298557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5" name="Background Fill">
            <a:extLst>
              <a:ext uri="{FF2B5EF4-FFF2-40B4-BE49-F238E27FC236}">
                <a16:creationId xmlns:a16="http://schemas.microsoft.com/office/drawing/2014/main" id="{B937640E-EF7A-4A6C-A950-D12B7D5C923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9">
            <a:extLst>
              <a:ext uri="{FF2B5EF4-FFF2-40B4-BE49-F238E27FC236}">
                <a16:creationId xmlns:a16="http://schemas.microsoft.com/office/drawing/2014/main" id="{FFF975DA-2F73-4697-B7A9-A2E8347123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1" cy="6858000"/>
          </a:xfrm>
          <a:prstGeom prst="rect">
            <a:avLst/>
          </a:prstGeom>
          <a:solidFill>
            <a:srgbClr val="AEAEAE">
              <a:alpha val="1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標題 1">
            <a:extLst>
              <a:ext uri="{FF2B5EF4-FFF2-40B4-BE49-F238E27FC236}">
                <a16:creationId xmlns:a16="http://schemas.microsoft.com/office/drawing/2014/main" id="{003E2703-A213-49A0-AF74-B754BE3665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557784"/>
            <a:ext cx="10972800" cy="1325563"/>
          </a:xfrm>
        </p:spPr>
        <p:txBody>
          <a:bodyPr>
            <a:normAutofit/>
          </a:bodyPr>
          <a:lstStyle/>
          <a:p>
            <a:r>
              <a:rPr lang="zh-TW" altLang="en-US">
                <a:cs typeface="Posterama"/>
              </a:rPr>
              <a:t>程式技術層面(Coding Aspects)</a:t>
            </a:r>
            <a:endParaRPr lang="zh-TW" altLang="en-US"/>
          </a:p>
        </p:txBody>
      </p:sp>
      <p:graphicFrame>
        <p:nvGraphicFramePr>
          <p:cNvPr id="8" name="內容版面配置區 2">
            <a:extLst>
              <a:ext uri="{FF2B5EF4-FFF2-40B4-BE49-F238E27FC236}">
                <a16:creationId xmlns:a16="http://schemas.microsoft.com/office/drawing/2014/main" id="{7CFF2CCA-6BEA-4172-9EB1-6CDADF9BBF6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607056420"/>
              </p:ext>
            </p:extLst>
          </p:nvPr>
        </p:nvGraphicFramePr>
        <p:xfrm>
          <a:off x="609600" y="2106613"/>
          <a:ext cx="10972800" cy="403542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99150283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3" name="Background Fill">
            <a:extLst>
              <a:ext uri="{FF2B5EF4-FFF2-40B4-BE49-F238E27FC236}">
                <a16:creationId xmlns:a16="http://schemas.microsoft.com/office/drawing/2014/main" id="{B937640E-EF7A-4A6C-A950-D12B7D5C923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FFF975DA-2F73-4697-B7A9-A2E8347123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1" cy="6858000"/>
          </a:xfrm>
          <a:prstGeom prst="rect">
            <a:avLst/>
          </a:prstGeom>
          <a:solidFill>
            <a:srgbClr val="AEAEAE">
              <a:alpha val="1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標題 1">
            <a:extLst>
              <a:ext uri="{FF2B5EF4-FFF2-40B4-BE49-F238E27FC236}">
                <a16:creationId xmlns:a16="http://schemas.microsoft.com/office/drawing/2014/main" id="{3B2050F5-69E9-48B7-AF8F-4210AC1C62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557784"/>
            <a:ext cx="10972800" cy="1325563"/>
          </a:xfrm>
        </p:spPr>
        <p:txBody>
          <a:bodyPr>
            <a:normAutofit/>
          </a:bodyPr>
          <a:lstStyle/>
          <a:p>
            <a:r>
              <a:rPr lang="zh-TW" altLang="en-US">
                <a:cs typeface="Posterama"/>
              </a:rPr>
              <a:t>功能比較(</a:t>
            </a:r>
            <a:r>
              <a:rPr lang="en-US" altLang="en-US" dirty="0">
                <a:ea typeface="+mj-lt"/>
                <a:cs typeface="+mj-lt"/>
              </a:rPr>
              <a:t>C</a:t>
            </a:r>
            <a:r>
              <a:rPr lang="zh-TW">
                <a:ea typeface="+mj-lt"/>
                <a:cs typeface="+mj-lt"/>
              </a:rPr>
              <a:t>omparison</a:t>
            </a:r>
            <a:r>
              <a:rPr lang="zh-TW" altLang="en-US">
                <a:cs typeface="Posterama"/>
              </a:rPr>
              <a:t>)-介面UI</a:t>
            </a:r>
            <a:endParaRPr lang="zh-TW" altLang="en-US" dirty="0">
              <a:cs typeface="Posterama"/>
            </a:endParaRPr>
          </a:p>
        </p:txBody>
      </p:sp>
      <p:graphicFrame>
        <p:nvGraphicFramePr>
          <p:cNvPr id="18" name="表格 18">
            <a:extLst>
              <a:ext uri="{FF2B5EF4-FFF2-40B4-BE49-F238E27FC236}">
                <a16:creationId xmlns:a16="http://schemas.microsoft.com/office/drawing/2014/main" id="{F4940509-E31A-4641-B850-932D6E69909C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95876697"/>
              </p:ext>
            </p:extLst>
          </p:nvPr>
        </p:nvGraphicFramePr>
        <p:xfrm>
          <a:off x="609600" y="2284522"/>
          <a:ext cx="10972801" cy="3679609"/>
        </p:xfrm>
        <a:graphic>
          <a:graphicData uri="http://schemas.openxmlformats.org/drawingml/2006/table">
            <a:tbl>
              <a:tblPr firstRow="1" bandRow="1">
                <a:solidFill>
                  <a:srgbClr val="404040"/>
                </a:solidFill>
                <a:tableStyleId>{5C22544A-7EE6-4342-B048-85BDC9FD1C3A}</a:tableStyleId>
              </a:tblPr>
              <a:tblGrid>
                <a:gridCol w="3223237">
                  <a:extLst>
                    <a:ext uri="{9D8B030D-6E8A-4147-A177-3AD203B41FA5}">
                      <a16:colId xmlns:a16="http://schemas.microsoft.com/office/drawing/2014/main" val="1060701037"/>
                    </a:ext>
                  </a:extLst>
                </a:gridCol>
                <a:gridCol w="4015621">
                  <a:extLst>
                    <a:ext uri="{9D8B030D-6E8A-4147-A177-3AD203B41FA5}">
                      <a16:colId xmlns:a16="http://schemas.microsoft.com/office/drawing/2014/main" val="3359695241"/>
                    </a:ext>
                  </a:extLst>
                </a:gridCol>
                <a:gridCol w="3733943">
                  <a:extLst>
                    <a:ext uri="{9D8B030D-6E8A-4147-A177-3AD203B41FA5}">
                      <a16:colId xmlns:a16="http://schemas.microsoft.com/office/drawing/2014/main" val="3429050789"/>
                    </a:ext>
                  </a:extLst>
                </a:gridCol>
              </a:tblGrid>
              <a:tr h="692454">
                <a:tc>
                  <a:txBody>
                    <a:bodyPr/>
                    <a:lstStyle/>
                    <a:p>
                      <a:endParaRPr lang="zh-TW" altLang="en-US" sz="2700" b="0" cap="none" spc="0">
                        <a:solidFill>
                          <a:schemeClr val="bg1"/>
                        </a:solidFill>
                      </a:endParaRPr>
                    </a:p>
                  </a:txBody>
                  <a:tcPr marL="151632" marR="151632" marT="151632" marB="75816" anchor="ctr">
                    <a:lnL w="12700" cmpd="sng">
                      <a:noFill/>
                    </a:lnL>
                    <a:lnR w="12700" cmpd="sng">
                      <a:noFill/>
                    </a:lnR>
                    <a:lnT w="19050" cap="flat" cmpd="sng" algn="ctr">
                      <a:noFill/>
                      <a:prstDash val="solid"/>
                    </a:lnT>
                    <a:lnB w="38100" cmpd="sng">
                      <a:noFill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2700" b="0" cap="none" spc="0">
                          <a:solidFill>
                            <a:schemeClr val="bg1"/>
                          </a:solidFill>
                        </a:rPr>
                        <a:t>舊版</a:t>
                      </a:r>
                    </a:p>
                  </a:txBody>
                  <a:tcPr marL="151632" marR="151632" marT="151632" marB="75816" anchor="ctr">
                    <a:lnL w="12700" cmpd="sng">
                      <a:noFill/>
                    </a:lnL>
                    <a:lnR w="12700" cmpd="sng">
                      <a:noFill/>
                    </a:lnR>
                    <a:lnT w="19050" cap="flat" cmpd="sng" algn="ctr">
                      <a:noFill/>
                      <a:prstDash val="solid"/>
                    </a:lnT>
                    <a:lnB w="38100" cmpd="sng">
                      <a:noFill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2700" b="0" cap="none" spc="0">
                          <a:solidFill>
                            <a:schemeClr val="bg1"/>
                          </a:solidFill>
                        </a:rPr>
                        <a:t>新版</a:t>
                      </a:r>
                    </a:p>
                  </a:txBody>
                  <a:tcPr marL="151632" marR="151632" marT="151632" marB="75816" anchor="ctr">
                    <a:lnL w="12700" cmpd="sng">
                      <a:noFill/>
                    </a:lnL>
                    <a:lnR w="12700" cmpd="sng">
                      <a:noFill/>
                    </a:lnR>
                    <a:lnT w="19050" cap="flat" cmpd="sng" algn="ctr">
                      <a:noFill/>
                      <a:prstDash val="solid"/>
                    </a:lnT>
                    <a:lnB w="38100" cmpd="sng">
                      <a:noFill/>
                    </a:lnB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5931704"/>
                  </a:ext>
                </a:extLst>
              </a:tr>
              <a:tr h="894630">
                <a:tc>
                  <a:txBody>
                    <a:bodyPr/>
                    <a:lstStyle/>
                    <a:p>
                      <a:r>
                        <a:rPr lang="zh-TW" altLang="en-US" sz="2000" cap="none" spc="0">
                          <a:solidFill>
                            <a:schemeClr val="bg1"/>
                          </a:solidFill>
                        </a:rPr>
                        <a:t>導覽列navbar</a:t>
                      </a:r>
                      <a:endParaRPr lang="zh-TW" sz="2000" cap="none" spc="0">
                        <a:solidFill>
                          <a:schemeClr val="bg1"/>
                        </a:solidFill>
                      </a:endParaRPr>
                    </a:p>
                  </a:txBody>
                  <a:tcPr marL="151632" marR="151632" marT="151632" marB="75816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38100" cmpd="sng">
                      <a:noFill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2000" cap="none" spc="0">
                          <a:solidFill>
                            <a:schemeClr val="bg1"/>
                          </a:solidFill>
                        </a:rPr>
                        <a:t>無</a:t>
                      </a:r>
                    </a:p>
                    <a:p>
                      <a:pPr lvl="0">
                        <a:buNone/>
                      </a:pPr>
                      <a:r>
                        <a:rPr lang="zh-TW" altLang="en-US" sz="2000" cap="none" spc="0">
                          <a:solidFill>
                            <a:schemeClr val="bg1"/>
                          </a:solidFill>
                        </a:rPr>
                        <a:t>none</a:t>
                      </a:r>
                    </a:p>
                  </a:txBody>
                  <a:tcPr marL="151632" marR="151632" marT="151632" marB="75816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38100" cmpd="sng">
                      <a:noFill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2000" cap="none" spc="0">
                          <a:solidFill>
                            <a:schemeClr val="bg1"/>
                          </a:solidFill>
                        </a:rPr>
                        <a:t>為行動裝置全新設計</a:t>
                      </a:r>
                      <a:endParaRPr lang="zh-TW" sz="2000" cap="none" spc="0">
                        <a:solidFill>
                          <a:schemeClr val="bg1"/>
                        </a:solidFill>
                      </a:endParaRPr>
                    </a:p>
                    <a:p>
                      <a:pPr lvl="0">
                        <a:buNone/>
                      </a:pPr>
                      <a:r>
                        <a:rPr lang="zh-TW" altLang="en-US" sz="2000" cap="none" spc="0">
                          <a:solidFill>
                            <a:schemeClr val="bg1"/>
                          </a:solidFill>
                        </a:rPr>
                        <a:t>For moblie devices.</a:t>
                      </a:r>
                    </a:p>
                  </a:txBody>
                  <a:tcPr marL="151632" marR="151632" marT="151632" marB="75816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38100" cmpd="sng">
                      <a:noFill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</a:lnB>
                    <a:solidFill>
                      <a:srgbClr val="4040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4688988"/>
                  </a:ext>
                </a:extLst>
              </a:tr>
              <a:tr h="894630">
                <a:tc>
                  <a:txBody>
                    <a:bodyPr/>
                    <a:lstStyle/>
                    <a:p>
                      <a:r>
                        <a:rPr lang="zh-TW" altLang="en-US" sz="2000" cap="none" spc="0">
                          <a:solidFill>
                            <a:schemeClr val="bg1"/>
                          </a:solidFill>
                        </a:rPr>
                        <a:t>網頁設計Website setting</a:t>
                      </a:r>
                    </a:p>
                  </a:txBody>
                  <a:tcPr marL="151632" marR="151632" marT="151632" marB="75816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rgbClr val="26262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2000" cap="none" spc="0">
                          <a:solidFill>
                            <a:schemeClr val="bg1"/>
                          </a:solidFill>
                        </a:rPr>
                        <a:t>只適合電腦瀏覽</a:t>
                      </a:r>
                    </a:p>
                    <a:p>
                      <a:pPr lvl="0">
                        <a:buNone/>
                      </a:pPr>
                      <a:r>
                        <a:rPr lang="zh-TW" altLang="en-US" sz="2000" cap="none" spc="0">
                          <a:solidFill>
                            <a:schemeClr val="bg1"/>
                          </a:solidFill>
                        </a:rPr>
                        <a:t>Only for computer browsing.</a:t>
                      </a:r>
                    </a:p>
                  </a:txBody>
                  <a:tcPr marL="151632" marR="151632" marT="151632" marB="75816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rgbClr val="26262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2000" cap="none" spc="0">
                          <a:solidFill>
                            <a:schemeClr val="bg1"/>
                          </a:solidFill>
                        </a:rPr>
                        <a:t>為大多數行動裝置設計</a:t>
                      </a:r>
                    </a:p>
                    <a:p>
                      <a:pPr lvl="0">
                        <a:buNone/>
                      </a:pPr>
                      <a:r>
                        <a:rPr lang="zh-TW" altLang="en-US" sz="2000" cap="none" spc="0">
                          <a:solidFill>
                            <a:schemeClr val="bg1"/>
                          </a:solidFill>
                        </a:rPr>
                        <a:t>For most moblie devices.</a:t>
                      </a:r>
                    </a:p>
                  </a:txBody>
                  <a:tcPr marL="151632" marR="151632" marT="151632" marB="75816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rgbClr val="26262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00727444"/>
                  </a:ext>
                </a:extLst>
              </a:tr>
              <a:tr h="1197895">
                <a:tc>
                  <a:txBody>
                    <a:bodyPr/>
                    <a:lstStyle/>
                    <a:p>
                      <a:r>
                        <a:rPr lang="zh-TW" altLang="en-US" sz="2000" cap="none" spc="0">
                          <a:solidFill>
                            <a:schemeClr val="bg1"/>
                          </a:solidFill>
                        </a:rPr>
                        <a:t>網頁功能fuction</a:t>
                      </a:r>
                    </a:p>
                  </a:txBody>
                  <a:tcPr marL="151632" marR="151632" marT="151632" marB="75816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2000" cap="none" spc="0">
                          <a:solidFill>
                            <a:schemeClr val="bg1"/>
                          </a:solidFill>
                        </a:rPr>
                        <a:t>無法在某些裝置順利運行</a:t>
                      </a:r>
                    </a:p>
                    <a:p>
                      <a:pPr lvl="0">
                        <a:buNone/>
                      </a:pPr>
                      <a:r>
                        <a:rPr lang="zh-TW" altLang="en-US" sz="2000" cap="none" spc="0">
                          <a:solidFill>
                            <a:schemeClr val="bg1"/>
                          </a:solidFill>
                        </a:rPr>
                        <a:t>Unable to work on some mobile devices.</a:t>
                      </a:r>
                    </a:p>
                  </a:txBody>
                  <a:tcPr marL="151632" marR="151632" marT="151632" marB="75816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2000" cap="none" spc="0">
                          <a:solidFill>
                            <a:schemeClr val="bg1"/>
                          </a:solidFill>
                        </a:rPr>
                        <a:t>大多數裝置運行沒有問題</a:t>
                      </a:r>
                    </a:p>
                    <a:p>
                      <a:pPr lvl="0">
                        <a:buNone/>
                      </a:pPr>
                      <a:r>
                        <a:rPr lang="zh-TW" altLang="en-US" sz="2000" cap="none" spc="0">
                          <a:solidFill>
                            <a:schemeClr val="bg1"/>
                          </a:solidFill>
                        </a:rPr>
                        <a:t>It's useable for most devices.</a:t>
                      </a:r>
                    </a:p>
                  </a:txBody>
                  <a:tcPr marL="151632" marR="151632" marT="151632" marB="75816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rgbClr val="4040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3634489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3487186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Background Fill">
            <a:extLst>
              <a:ext uri="{FF2B5EF4-FFF2-40B4-BE49-F238E27FC236}">
                <a16:creationId xmlns:a16="http://schemas.microsoft.com/office/drawing/2014/main" id="{B937640E-EF7A-4A6C-A950-D12B7D5C923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D9E6557-0E93-4B4F-8AD1-1A7E3870CD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1" cy="6858000"/>
          </a:xfrm>
          <a:prstGeom prst="rect">
            <a:avLst/>
          </a:prstGeom>
          <a:solidFill>
            <a:srgbClr val="AEAEAE">
              <a:alpha val="1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06B84358-2894-45F1-8753-B1EC1E593DD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28517" y="-2"/>
            <a:ext cx="7742945" cy="6858001"/>
          </a:xfrm>
          <a:custGeom>
            <a:avLst/>
            <a:gdLst>
              <a:gd name="connsiteX0" fmla="*/ 615190 w 7742945"/>
              <a:gd name="connsiteY0" fmla="*/ 3536636 h 6858001"/>
              <a:gd name="connsiteX1" fmla="*/ 1124778 w 7742945"/>
              <a:gd name="connsiteY1" fmla="*/ 4046224 h 6858001"/>
              <a:gd name="connsiteX2" fmla="*/ 615190 w 7742945"/>
              <a:gd name="connsiteY2" fmla="*/ 4555812 h 6858001"/>
              <a:gd name="connsiteX3" fmla="*/ 105602 w 7742945"/>
              <a:gd name="connsiteY3" fmla="*/ 4046224 h 6858001"/>
              <a:gd name="connsiteX4" fmla="*/ 615190 w 7742945"/>
              <a:gd name="connsiteY4" fmla="*/ 3536636 h 6858001"/>
              <a:gd name="connsiteX5" fmla="*/ 14543 w 7742945"/>
              <a:gd name="connsiteY5" fmla="*/ 1 h 6858001"/>
              <a:gd name="connsiteX6" fmla="*/ 879351 w 7742945"/>
              <a:gd name="connsiteY6" fmla="*/ 1 h 6858001"/>
              <a:gd name="connsiteX7" fmla="*/ 892053 w 7742945"/>
              <a:gd name="connsiteY7" fmla="*/ 78053 h 6858001"/>
              <a:gd name="connsiteX8" fmla="*/ 561940 w 7742945"/>
              <a:gd name="connsiteY8" fmla="*/ 535444 h 6858001"/>
              <a:gd name="connsiteX9" fmla="*/ 15319 w 7742945"/>
              <a:gd name="connsiteY9" fmla="*/ 219853 h 6858001"/>
              <a:gd name="connsiteX10" fmla="*/ 4234 w 7742945"/>
              <a:gd name="connsiteY10" fmla="*/ 42970 h 6858001"/>
              <a:gd name="connsiteX11" fmla="*/ 2617781 w 7742945"/>
              <a:gd name="connsiteY11" fmla="*/ 0 h 6858001"/>
              <a:gd name="connsiteX12" fmla="*/ 7742945 w 7742945"/>
              <a:gd name="connsiteY12" fmla="*/ 0 h 6858001"/>
              <a:gd name="connsiteX13" fmla="*/ 7742945 w 7742945"/>
              <a:gd name="connsiteY13" fmla="*/ 6858000 h 6858001"/>
              <a:gd name="connsiteX14" fmla="*/ 5726653 w 7742945"/>
              <a:gd name="connsiteY14" fmla="*/ 6858000 h 6858001"/>
              <a:gd name="connsiteX15" fmla="*/ 5726653 w 7742945"/>
              <a:gd name="connsiteY15" fmla="*/ 6858001 h 6858001"/>
              <a:gd name="connsiteX16" fmla="*/ 311757 w 7742945"/>
              <a:gd name="connsiteY16" fmla="*/ 6858001 h 6858001"/>
              <a:gd name="connsiteX17" fmla="*/ 314130 w 7742945"/>
              <a:gd name="connsiteY17" fmla="*/ 6707671 h 6858001"/>
              <a:gd name="connsiteX18" fmla="*/ 599702 w 7742945"/>
              <a:gd name="connsiteY18" fmla="*/ 5670859 h 6858001"/>
              <a:gd name="connsiteX19" fmla="*/ 1211433 w 7742945"/>
              <a:gd name="connsiteY19" fmla="*/ 4641256 h 6858001"/>
              <a:gd name="connsiteX20" fmla="*/ 1053041 w 7742945"/>
              <a:gd name="connsiteY20" fmla="*/ 3164270 h 6858001"/>
              <a:gd name="connsiteX21" fmla="*/ 607048 w 7742945"/>
              <a:gd name="connsiteY21" fmla="*/ 2589406 h 6858001"/>
              <a:gd name="connsiteX22" fmla="*/ 1054915 w 7742945"/>
              <a:gd name="connsiteY22" fmla="*/ 1068100 h 6858001"/>
              <a:gd name="connsiteX23" fmla="*/ 1502877 w 7742945"/>
              <a:gd name="connsiteY23" fmla="*/ 419996 h 6858001"/>
              <a:gd name="connsiteX24" fmla="*/ 1505904 w 7742945"/>
              <a:gd name="connsiteY24" fmla="*/ 184997 h 6858001"/>
              <a:gd name="connsiteX25" fmla="*/ 1497780 w 7742945"/>
              <a:gd name="connsiteY25" fmla="*/ 1 h 6858001"/>
              <a:gd name="connsiteX26" fmla="*/ 2617781 w 7742945"/>
              <a:gd name="connsiteY26" fmla="*/ 1 h 68580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</a:cxnLst>
            <a:rect l="l" t="t" r="r" b="b"/>
            <a:pathLst>
              <a:path w="7742945" h="6858001">
                <a:moveTo>
                  <a:pt x="615190" y="3536636"/>
                </a:moveTo>
                <a:cubicBezTo>
                  <a:pt x="896628" y="3536636"/>
                  <a:pt x="1124778" y="3764786"/>
                  <a:pt x="1124778" y="4046224"/>
                </a:cubicBezTo>
                <a:cubicBezTo>
                  <a:pt x="1124778" y="4327662"/>
                  <a:pt x="896628" y="4555812"/>
                  <a:pt x="615190" y="4555812"/>
                </a:cubicBezTo>
                <a:cubicBezTo>
                  <a:pt x="333752" y="4555812"/>
                  <a:pt x="105602" y="4327662"/>
                  <a:pt x="105602" y="4046224"/>
                </a:cubicBezTo>
                <a:cubicBezTo>
                  <a:pt x="105602" y="3764786"/>
                  <a:pt x="333752" y="3536636"/>
                  <a:pt x="615190" y="3536636"/>
                </a:cubicBezTo>
                <a:close/>
                <a:moveTo>
                  <a:pt x="14543" y="1"/>
                </a:moveTo>
                <a:lnTo>
                  <a:pt x="879351" y="1"/>
                </a:lnTo>
                <a:lnTo>
                  <a:pt x="892053" y="78053"/>
                </a:lnTo>
                <a:cubicBezTo>
                  <a:pt x="904492" y="285272"/>
                  <a:pt x="770271" y="479622"/>
                  <a:pt x="561940" y="535444"/>
                </a:cubicBezTo>
                <a:cubicBezTo>
                  <a:pt x="323846" y="599241"/>
                  <a:pt x="79116" y="457946"/>
                  <a:pt x="15319" y="219853"/>
                </a:cubicBezTo>
                <a:cubicBezTo>
                  <a:pt x="-631" y="160330"/>
                  <a:pt x="-3762" y="100392"/>
                  <a:pt x="4234" y="42970"/>
                </a:cubicBezTo>
                <a:close/>
                <a:moveTo>
                  <a:pt x="2617781" y="0"/>
                </a:moveTo>
                <a:lnTo>
                  <a:pt x="7742945" y="0"/>
                </a:lnTo>
                <a:lnTo>
                  <a:pt x="7742945" y="6858000"/>
                </a:lnTo>
                <a:lnTo>
                  <a:pt x="5726653" y="6858000"/>
                </a:lnTo>
                <a:lnTo>
                  <a:pt x="5726653" y="6858001"/>
                </a:lnTo>
                <a:lnTo>
                  <a:pt x="311757" y="6858001"/>
                </a:lnTo>
                <a:lnTo>
                  <a:pt x="314130" y="6707671"/>
                </a:lnTo>
                <a:cubicBezTo>
                  <a:pt x="335132" y="6366410"/>
                  <a:pt x="433651" y="6019043"/>
                  <a:pt x="599702" y="5670859"/>
                </a:cubicBezTo>
                <a:cubicBezTo>
                  <a:pt x="770257" y="5311557"/>
                  <a:pt x="1010813" y="4986833"/>
                  <a:pt x="1211433" y="4641256"/>
                </a:cubicBezTo>
                <a:cubicBezTo>
                  <a:pt x="1493036" y="4154457"/>
                  <a:pt x="1511835" y="3622745"/>
                  <a:pt x="1053041" y="3164270"/>
                </a:cubicBezTo>
                <a:cubicBezTo>
                  <a:pt x="881977" y="2993265"/>
                  <a:pt x="700422" y="2805524"/>
                  <a:pt x="607048" y="2589406"/>
                </a:cubicBezTo>
                <a:cubicBezTo>
                  <a:pt x="366279" y="2032159"/>
                  <a:pt x="541125" y="1508062"/>
                  <a:pt x="1054915" y="1068100"/>
                </a:cubicBezTo>
                <a:cubicBezTo>
                  <a:pt x="1261027" y="891536"/>
                  <a:pt x="1489688" y="709489"/>
                  <a:pt x="1502877" y="419996"/>
                </a:cubicBezTo>
                <a:cubicBezTo>
                  <a:pt x="1506389" y="341911"/>
                  <a:pt x="1507262" y="263521"/>
                  <a:pt x="1505904" y="184997"/>
                </a:cubicBezTo>
                <a:lnTo>
                  <a:pt x="1497780" y="1"/>
                </a:lnTo>
                <a:lnTo>
                  <a:pt x="2617781" y="1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標題 1">
            <a:extLst>
              <a:ext uri="{FF2B5EF4-FFF2-40B4-BE49-F238E27FC236}">
                <a16:creationId xmlns:a16="http://schemas.microsoft.com/office/drawing/2014/main" id="{94507251-7F4F-4147-9551-F97F1AEBC5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2271" y="810563"/>
            <a:ext cx="3705572" cy="5409262"/>
          </a:xfrm>
        </p:spPr>
        <p:txBody>
          <a:bodyPr anchor="t">
            <a:normAutofit/>
          </a:bodyPr>
          <a:lstStyle/>
          <a:p>
            <a:r>
              <a:rPr lang="zh-TW" altLang="en-US">
                <a:cs typeface="Posterama"/>
              </a:rPr>
              <a:t>測試裝置</a:t>
            </a:r>
            <a:br>
              <a:rPr lang="zh-TW" altLang="en-US" dirty="0">
                <a:cs typeface="Posterama"/>
              </a:rPr>
            </a:br>
            <a:r>
              <a:rPr lang="zh-TW" altLang="en-US" sz="4000">
                <a:cs typeface="Posterama"/>
              </a:rPr>
              <a:t>(Beta Devices)</a:t>
            </a:r>
            <a:endParaRPr lang="zh-TW" altLang="en-US" sz="4000" dirty="0">
              <a:cs typeface="Posterama"/>
            </a:endParaRPr>
          </a:p>
        </p:txBody>
      </p:sp>
      <p:graphicFrame>
        <p:nvGraphicFramePr>
          <p:cNvPr id="5" name="內容版面配置區 2">
            <a:extLst>
              <a:ext uri="{FF2B5EF4-FFF2-40B4-BE49-F238E27FC236}">
                <a16:creationId xmlns:a16="http://schemas.microsoft.com/office/drawing/2014/main" id="{CBBF512F-7218-4718-A1BF-E286C300D6C8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9631"/>
              </p:ext>
            </p:extLst>
          </p:nvPr>
        </p:nvGraphicFramePr>
        <p:xfrm>
          <a:off x="6152108" y="638893"/>
          <a:ext cx="5473546" cy="497805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95966818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Background Fill">
            <a:extLst>
              <a:ext uri="{FF2B5EF4-FFF2-40B4-BE49-F238E27FC236}">
                <a16:creationId xmlns:a16="http://schemas.microsoft.com/office/drawing/2014/main" id="{B937640E-EF7A-4A6C-A950-D12B7D5C923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D9E6557-0E93-4B4F-8AD1-1A7E3870CD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1" cy="6858000"/>
          </a:xfrm>
          <a:prstGeom prst="rect">
            <a:avLst/>
          </a:prstGeom>
          <a:solidFill>
            <a:srgbClr val="AEAEAE">
              <a:alpha val="1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06B84358-2894-45F1-8753-B1EC1E593DD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28517" y="-2"/>
            <a:ext cx="7742945" cy="6858001"/>
          </a:xfrm>
          <a:custGeom>
            <a:avLst/>
            <a:gdLst>
              <a:gd name="connsiteX0" fmla="*/ 615190 w 7742945"/>
              <a:gd name="connsiteY0" fmla="*/ 3536636 h 6858001"/>
              <a:gd name="connsiteX1" fmla="*/ 1124778 w 7742945"/>
              <a:gd name="connsiteY1" fmla="*/ 4046224 h 6858001"/>
              <a:gd name="connsiteX2" fmla="*/ 615190 w 7742945"/>
              <a:gd name="connsiteY2" fmla="*/ 4555812 h 6858001"/>
              <a:gd name="connsiteX3" fmla="*/ 105602 w 7742945"/>
              <a:gd name="connsiteY3" fmla="*/ 4046224 h 6858001"/>
              <a:gd name="connsiteX4" fmla="*/ 615190 w 7742945"/>
              <a:gd name="connsiteY4" fmla="*/ 3536636 h 6858001"/>
              <a:gd name="connsiteX5" fmla="*/ 14543 w 7742945"/>
              <a:gd name="connsiteY5" fmla="*/ 1 h 6858001"/>
              <a:gd name="connsiteX6" fmla="*/ 879351 w 7742945"/>
              <a:gd name="connsiteY6" fmla="*/ 1 h 6858001"/>
              <a:gd name="connsiteX7" fmla="*/ 892053 w 7742945"/>
              <a:gd name="connsiteY7" fmla="*/ 78053 h 6858001"/>
              <a:gd name="connsiteX8" fmla="*/ 561940 w 7742945"/>
              <a:gd name="connsiteY8" fmla="*/ 535444 h 6858001"/>
              <a:gd name="connsiteX9" fmla="*/ 15319 w 7742945"/>
              <a:gd name="connsiteY9" fmla="*/ 219853 h 6858001"/>
              <a:gd name="connsiteX10" fmla="*/ 4234 w 7742945"/>
              <a:gd name="connsiteY10" fmla="*/ 42970 h 6858001"/>
              <a:gd name="connsiteX11" fmla="*/ 2617781 w 7742945"/>
              <a:gd name="connsiteY11" fmla="*/ 0 h 6858001"/>
              <a:gd name="connsiteX12" fmla="*/ 7742945 w 7742945"/>
              <a:gd name="connsiteY12" fmla="*/ 0 h 6858001"/>
              <a:gd name="connsiteX13" fmla="*/ 7742945 w 7742945"/>
              <a:gd name="connsiteY13" fmla="*/ 6858000 h 6858001"/>
              <a:gd name="connsiteX14" fmla="*/ 5726653 w 7742945"/>
              <a:gd name="connsiteY14" fmla="*/ 6858000 h 6858001"/>
              <a:gd name="connsiteX15" fmla="*/ 5726653 w 7742945"/>
              <a:gd name="connsiteY15" fmla="*/ 6858001 h 6858001"/>
              <a:gd name="connsiteX16" fmla="*/ 311757 w 7742945"/>
              <a:gd name="connsiteY16" fmla="*/ 6858001 h 6858001"/>
              <a:gd name="connsiteX17" fmla="*/ 314130 w 7742945"/>
              <a:gd name="connsiteY17" fmla="*/ 6707671 h 6858001"/>
              <a:gd name="connsiteX18" fmla="*/ 599702 w 7742945"/>
              <a:gd name="connsiteY18" fmla="*/ 5670859 h 6858001"/>
              <a:gd name="connsiteX19" fmla="*/ 1211433 w 7742945"/>
              <a:gd name="connsiteY19" fmla="*/ 4641256 h 6858001"/>
              <a:gd name="connsiteX20" fmla="*/ 1053041 w 7742945"/>
              <a:gd name="connsiteY20" fmla="*/ 3164270 h 6858001"/>
              <a:gd name="connsiteX21" fmla="*/ 607048 w 7742945"/>
              <a:gd name="connsiteY21" fmla="*/ 2589406 h 6858001"/>
              <a:gd name="connsiteX22" fmla="*/ 1054915 w 7742945"/>
              <a:gd name="connsiteY22" fmla="*/ 1068100 h 6858001"/>
              <a:gd name="connsiteX23" fmla="*/ 1502877 w 7742945"/>
              <a:gd name="connsiteY23" fmla="*/ 419996 h 6858001"/>
              <a:gd name="connsiteX24" fmla="*/ 1505904 w 7742945"/>
              <a:gd name="connsiteY24" fmla="*/ 184997 h 6858001"/>
              <a:gd name="connsiteX25" fmla="*/ 1497780 w 7742945"/>
              <a:gd name="connsiteY25" fmla="*/ 1 h 6858001"/>
              <a:gd name="connsiteX26" fmla="*/ 2617781 w 7742945"/>
              <a:gd name="connsiteY26" fmla="*/ 1 h 68580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</a:cxnLst>
            <a:rect l="l" t="t" r="r" b="b"/>
            <a:pathLst>
              <a:path w="7742945" h="6858001">
                <a:moveTo>
                  <a:pt x="615190" y="3536636"/>
                </a:moveTo>
                <a:cubicBezTo>
                  <a:pt x="896628" y="3536636"/>
                  <a:pt x="1124778" y="3764786"/>
                  <a:pt x="1124778" y="4046224"/>
                </a:cubicBezTo>
                <a:cubicBezTo>
                  <a:pt x="1124778" y="4327662"/>
                  <a:pt x="896628" y="4555812"/>
                  <a:pt x="615190" y="4555812"/>
                </a:cubicBezTo>
                <a:cubicBezTo>
                  <a:pt x="333752" y="4555812"/>
                  <a:pt x="105602" y="4327662"/>
                  <a:pt x="105602" y="4046224"/>
                </a:cubicBezTo>
                <a:cubicBezTo>
                  <a:pt x="105602" y="3764786"/>
                  <a:pt x="333752" y="3536636"/>
                  <a:pt x="615190" y="3536636"/>
                </a:cubicBezTo>
                <a:close/>
                <a:moveTo>
                  <a:pt x="14543" y="1"/>
                </a:moveTo>
                <a:lnTo>
                  <a:pt x="879351" y="1"/>
                </a:lnTo>
                <a:lnTo>
                  <a:pt x="892053" y="78053"/>
                </a:lnTo>
                <a:cubicBezTo>
                  <a:pt x="904492" y="285272"/>
                  <a:pt x="770271" y="479622"/>
                  <a:pt x="561940" y="535444"/>
                </a:cubicBezTo>
                <a:cubicBezTo>
                  <a:pt x="323846" y="599241"/>
                  <a:pt x="79116" y="457946"/>
                  <a:pt x="15319" y="219853"/>
                </a:cubicBezTo>
                <a:cubicBezTo>
                  <a:pt x="-631" y="160330"/>
                  <a:pt x="-3762" y="100392"/>
                  <a:pt x="4234" y="42970"/>
                </a:cubicBezTo>
                <a:close/>
                <a:moveTo>
                  <a:pt x="2617781" y="0"/>
                </a:moveTo>
                <a:lnTo>
                  <a:pt x="7742945" y="0"/>
                </a:lnTo>
                <a:lnTo>
                  <a:pt x="7742945" y="6858000"/>
                </a:lnTo>
                <a:lnTo>
                  <a:pt x="5726653" y="6858000"/>
                </a:lnTo>
                <a:lnTo>
                  <a:pt x="5726653" y="6858001"/>
                </a:lnTo>
                <a:lnTo>
                  <a:pt x="311757" y="6858001"/>
                </a:lnTo>
                <a:lnTo>
                  <a:pt x="314130" y="6707671"/>
                </a:lnTo>
                <a:cubicBezTo>
                  <a:pt x="335132" y="6366410"/>
                  <a:pt x="433651" y="6019043"/>
                  <a:pt x="599702" y="5670859"/>
                </a:cubicBezTo>
                <a:cubicBezTo>
                  <a:pt x="770257" y="5311557"/>
                  <a:pt x="1010813" y="4986833"/>
                  <a:pt x="1211433" y="4641256"/>
                </a:cubicBezTo>
                <a:cubicBezTo>
                  <a:pt x="1493036" y="4154457"/>
                  <a:pt x="1511835" y="3622745"/>
                  <a:pt x="1053041" y="3164270"/>
                </a:cubicBezTo>
                <a:cubicBezTo>
                  <a:pt x="881977" y="2993265"/>
                  <a:pt x="700422" y="2805524"/>
                  <a:pt x="607048" y="2589406"/>
                </a:cubicBezTo>
                <a:cubicBezTo>
                  <a:pt x="366279" y="2032159"/>
                  <a:pt x="541125" y="1508062"/>
                  <a:pt x="1054915" y="1068100"/>
                </a:cubicBezTo>
                <a:cubicBezTo>
                  <a:pt x="1261027" y="891536"/>
                  <a:pt x="1489688" y="709489"/>
                  <a:pt x="1502877" y="419996"/>
                </a:cubicBezTo>
                <a:cubicBezTo>
                  <a:pt x="1506389" y="341911"/>
                  <a:pt x="1507262" y="263521"/>
                  <a:pt x="1505904" y="184997"/>
                </a:cubicBezTo>
                <a:lnTo>
                  <a:pt x="1497780" y="1"/>
                </a:lnTo>
                <a:lnTo>
                  <a:pt x="2617781" y="1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標題 1">
            <a:extLst>
              <a:ext uri="{FF2B5EF4-FFF2-40B4-BE49-F238E27FC236}">
                <a16:creationId xmlns:a16="http://schemas.microsoft.com/office/drawing/2014/main" id="{77DC283F-AB0D-40F6-A390-DCA1B419ED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2271" y="810563"/>
            <a:ext cx="3705572" cy="5409262"/>
          </a:xfrm>
        </p:spPr>
        <p:txBody>
          <a:bodyPr anchor="t">
            <a:normAutofit/>
          </a:bodyPr>
          <a:lstStyle/>
          <a:p>
            <a:r>
              <a:rPr lang="zh-TW" altLang="en-US">
                <a:cs typeface="Posterama"/>
              </a:rPr>
              <a:t>測試瀏覽器</a:t>
            </a:r>
            <a:r>
              <a:rPr lang="zh-TW" altLang="en-US" sz="3200">
                <a:cs typeface="Posterama"/>
              </a:rPr>
              <a:t>(Beta Browsers)</a:t>
            </a:r>
            <a:endParaRPr lang="zh-TW" altLang="en-US" sz="3200"/>
          </a:p>
        </p:txBody>
      </p:sp>
      <p:graphicFrame>
        <p:nvGraphicFramePr>
          <p:cNvPr id="5" name="內容版面配置區 2">
            <a:extLst>
              <a:ext uri="{FF2B5EF4-FFF2-40B4-BE49-F238E27FC236}">
                <a16:creationId xmlns:a16="http://schemas.microsoft.com/office/drawing/2014/main" id="{E10A9408-0C74-4458-AED9-E619747A48A5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742265904"/>
              </p:ext>
            </p:extLst>
          </p:nvPr>
        </p:nvGraphicFramePr>
        <p:xfrm>
          <a:off x="6156183" y="594069"/>
          <a:ext cx="5473546" cy="497805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62821809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1" name="Background Fill">
            <a:extLst>
              <a:ext uri="{FF2B5EF4-FFF2-40B4-BE49-F238E27FC236}">
                <a16:creationId xmlns:a16="http://schemas.microsoft.com/office/drawing/2014/main" id="{B937640E-EF7A-4A6C-A950-D12B7D5C923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7A46C5F3-4EAC-473B-BD72-1219E833DB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1" cy="6858000"/>
          </a:xfrm>
          <a:prstGeom prst="rect">
            <a:avLst/>
          </a:prstGeom>
          <a:solidFill>
            <a:srgbClr val="AEAEAE">
              <a:alpha val="1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5" name="Freeform: Shape 34">
            <a:extLst>
              <a:ext uri="{FF2B5EF4-FFF2-40B4-BE49-F238E27FC236}">
                <a16:creationId xmlns:a16="http://schemas.microsoft.com/office/drawing/2014/main" id="{12231725-D083-4E0F-9428-1C2635189CA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 flipV="1">
            <a:off x="0" y="2140699"/>
            <a:ext cx="12192000" cy="4717301"/>
          </a:xfrm>
          <a:custGeom>
            <a:avLst/>
            <a:gdLst>
              <a:gd name="connsiteX0" fmla="*/ 8930642 w 12192000"/>
              <a:gd name="connsiteY0" fmla="*/ 4273734 h 4717301"/>
              <a:gd name="connsiteX1" fmla="*/ 9143134 w 12192000"/>
              <a:gd name="connsiteY1" fmla="*/ 4396362 h 4717301"/>
              <a:gd name="connsiteX2" fmla="*/ 9043549 w 12192000"/>
              <a:gd name="connsiteY2" fmla="*/ 4693978 h 4717301"/>
              <a:gd name="connsiteX3" fmla="*/ 8745984 w 12192000"/>
              <a:gd name="connsiteY3" fmla="*/ 4594249 h 4717301"/>
              <a:gd name="connsiteX4" fmla="*/ 8845568 w 12192000"/>
              <a:gd name="connsiteY4" fmla="*/ 4296634 h 4717301"/>
              <a:gd name="connsiteX5" fmla="*/ 8930642 w 12192000"/>
              <a:gd name="connsiteY5" fmla="*/ 4273734 h 4717301"/>
              <a:gd name="connsiteX6" fmla="*/ 9842642 w 12192000"/>
              <a:gd name="connsiteY6" fmla="*/ 3718743 h 4717301"/>
              <a:gd name="connsiteX7" fmla="*/ 10272210 w 12192000"/>
              <a:gd name="connsiteY7" fmla="*/ 3966645 h 4717301"/>
              <a:gd name="connsiteX8" fmla="*/ 10070896 w 12192000"/>
              <a:gd name="connsiteY8" fmla="*/ 4568292 h 4717301"/>
              <a:gd name="connsiteX9" fmla="*/ 9469346 w 12192000"/>
              <a:gd name="connsiteY9" fmla="*/ 4366686 h 4717301"/>
              <a:gd name="connsiteX10" fmla="*/ 9670660 w 12192000"/>
              <a:gd name="connsiteY10" fmla="*/ 3765038 h 4717301"/>
              <a:gd name="connsiteX11" fmla="*/ 9842642 w 12192000"/>
              <a:gd name="connsiteY11" fmla="*/ 3718743 h 4717301"/>
              <a:gd name="connsiteX12" fmla="*/ 0 w 12192000"/>
              <a:gd name="connsiteY12" fmla="*/ 0 h 4717301"/>
              <a:gd name="connsiteX13" fmla="*/ 12192000 w 12192000"/>
              <a:gd name="connsiteY13" fmla="*/ 0 h 4717301"/>
              <a:gd name="connsiteX14" fmla="*/ 12192000 w 12192000"/>
              <a:gd name="connsiteY14" fmla="*/ 3369891 h 4717301"/>
              <a:gd name="connsiteX15" fmla="*/ 12124015 w 12192000"/>
              <a:gd name="connsiteY15" fmla="*/ 3410713 h 4717301"/>
              <a:gd name="connsiteX16" fmla="*/ 11077457 w 12192000"/>
              <a:gd name="connsiteY16" fmla="*/ 3501725 h 4717301"/>
              <a:gd name="connsiteX17" fmla="*/ 9867246 w 12192000"/>
              <a:gd name="connsiteY17" fmla="*/ 3351592 h 4717301"/>
              <a:gd name="connsiteX18" fmla="*/ 8994802 w 12192000"/>
              <a:gd name="connsiteY18" fmla="*/ 3878378 h 4717301"/>
              <a:gd name="connsiteX19" fmla="*/ 6994655 w 12192000"/>
              <a:gd name="connsiteY19" fmla="*/ 4335637 h 4717301"/>
              <a:gd name="connsiteX20" fmla="*/ 6287534 w 12192000"/>
              <a:gd name="connsiteY20" fmla="*/ 3714199 h 4717301"/>
              <a:gd name="connsiteX21" fmla="*/ 4392596 w 12192000"/>
              <a:gd name="connsiteY21" fmla="*/ 3392344 h 4717301"/>
              <a:gd name="connsiteX22" fmla="*/ 3014500 w 12192000"/>
              <a:gd name="connsiteY22" fmla="*/ 4100222 h 4717301"/>
              <a:gd name="connsiteX23" fmla="*/ 86414 w 12192000"/>
              <a:gd name="connsiteY23" fmla="*/ 3903305 h 4717301"/>
              <a:gd name="connsiteX24" fmla="*/ 0 w 12192000"/>
              <a:gd name="connsiteY24" fmla="*/ 3840566 h 47173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</a:cxnLst>
            <a:rect l="l" t="t" r="r" b="b"/>
            <a:pathLst>
              <a:path w="12192000" h="4717301">
                <a:moveTo>
                  <a:pt x="8930642" y="4273734"/>
                </a:moveTo>
                <a:cubicBezTo>
                  <a:pt x="9016941" y="4268381"/>
                  <a:pt x="9102130" y="4314070"/>
                  <a:pt x="9143134" y="4396362"/>
                </a:cubicBezTo>
                <a:cubicBezTo>
                  <a:pt x="9197806" y="4506087"/>
                  <a:pt x="9153221" y="4639333"/>
                  <a:pt x="9043549" y="4693978"/>
                </a:cubicBezTo>
                <a:cubicBezTo>
                  <a:pt x="8933879" y="4748622"/>
                  <a:pt x="8800655" y="4703973"/>
                  <a:pt x="8745984" y="4594249"/>
                </a:cubicBezTo>
                <a:cubicBezTo>
                  <a:pt x="8691311" y="4484525"/>
                  <a:pt x="8735897" y="4351279"/>
                  <a:pt x="8845568" y="4296634"/>
                </a:cubicBezTo>
                <a:cubicBezTo>
                  <a:pt x="8872986" y="4282973"/>
                  <a:pt x="8901875" y="4275517"/>
                  <a:pt x="8930642" y="4273734"/>
                </a:cubicBezTo>
                <a:close/>
                <a:moveTo>
                  <a:pt x="9842642" y="3718743"/>
                </a:moveTo>
                <a:cubicBezTo>
                  <a:pt x="10017101" y="3707923"/>
                  <a:pt x="10189318" y="3800286"/>
                  <a:pt x="10272210" y="3966645"/>
                </a:cubicBezTo>
                <a:cubicBezTo>
                  <a:pt x="10382732" y="4188458"/>
                  <a:pt x="10292600" y="4457825"/>
                  <a:pt x="10070896" y="4568292"/>
                </a:cubicBezTo>
                <a:cubicBezTo>
                  <a:pt x="9849191" y="4678760"/>
                  <a:pt x="9579867" y="4588498"/>
                  <a:pt x="9469346" y="4366686"/>
                </a:cubicBezTo>
                <a:cubicBezTo>
                  <a:pt x="9358824" y="4144873"/>
                  <a:pt x="9448956" y="3875506"/>
                  <a:pt x="9670660" y="3765038"/>
                </a:cubicBezTo>
                <a:cubicBezTo>
                  <a:pt x="9726087" y="3737421"/>
                  <a:pt x="9784490" y="3722349"/>
                  <a:pt x="9842642" y="3718743"/>
                </a:cubicBezTo>
                <a:close/>
                <a:moveTo>
                  <a:pt x="0" y="0"/>
                </a:moveTo>
                <a:lnTo>
                  <a:pt x="12192000" y="0"/>
                </a:lnTo>
                <a:lnTo>
                  <a:pt x="12192000" y="3369891"/>
                </a:lnTo>
                <a:lnTo>
                  <a:pt x="12124015" y="3410713"/>
                </a:lnTo>
                <a:cubicBezTo>
                  <a:pt x="11792041" y="3581538"/>
                  <a:pt x="11443617" y="3577252"/>
                  <a:pt x="11077457" y="3501725"/>
                </a:cubicBezTo>
                <a:cubicBezTo>
                  <a:pt x="10679189" y="3419860"/>
                  <a:pt x="10271734" y="3358281"/>
                  <a:pt x="9867246" y="3351592"/>
                </a:cubicBezTo>
                <a:cubicBezTo>
                  <a:pt x="9492336" y="3345611"/>
                  <a:pt x="9239136" y="3626329"/>
                  <a:pt x="8994802" y="3878378"/>
                </a:cubicBezTo>
                <a:cubicBezTo>
                  <a:pt x="8385954" y="4506678"/>
                  <a:pt x="7695268" y="4690742"/>
                  <a:pt x="6994655" y="4335637"/>
                </a:cubicBezTo>
                <a:cubicBezTo>
                  <a:pt x="6722938" y="4197922"/>
                  <a:pt x="6494843" y="3948626"/>
                  <a:pt x="6287534" y="3714199"/>
                </a:cubicBezTo>
                <a:cubicBezTo>
                  <a:pt x="5731733" y="3085491"/>
                  <a:pt x="5043559" y="3067499"/>
                  <a:pt x="4392596" y="3392344"/>
                </a:cubicBezTo>
                <a:cubicBezTo>
                  <a:pt x="3930423" y="3623867"/>
                  <a:pt x="3492022" y="3908604"/>
                  <a:pt x="3014500" y="4100222"/>
                </a:cubicBezTo>
                <a:cubicBezTo>
                  <a:pt x="1977820" y="4518409"/>
                  <a:pt x="973242" y="4499486"/>
                  <a:pt x="86414" y="3903305"/>
                </a:cubicBezTo>
                <a:lnTo>
                  <a:pt x="0" y="384056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標題 1">
            <a:extLst>
              <a:ext uri="{FF2B5EF4-FFF2-40B4-BE49-F238E27FC236}">
                <a16:creationId xmlns:a16="http://schemas.microsoft.com/office/drawing/2014/main" id="{7C90EC71-5B41-4656-B5CC-D3417F8D4D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557784"/>
            <a:ext cx="10972800" cy="1446390"/>
          </a:xfrm>
        </p:spPr>
        <p:txBody>
          <a:bodyPr vert="horz" lIns="91440" tIns="45720" rIns="91440" bIns="45720" rtlCol="0">
            <a:normAutofit/>
          </a:bodyPr>
          <a:lstStyle/>
          <a:p>
            <a:r>
              <a:rPr lang="zh-TW" altLang="en-US"/>
              <a:t>新增的功能</a:t>
            </a:r>
            <a:r>
              <a:rPr lang="en-US" altLang="zh-TW" dirty="0"/>
              <a:t>(New Functions)</a:t>
            </a:r>
          </a:p>
        </p:txBody>
      </p:sp>
      <p:graphicFrame>
        <p:nvGraphicFramePr>
          <p:cNvPr id="27" name="內容版面配置區 2">
            <a:extLst>
              <a:ext uri="{FF2B5EF4-FFF2-40B4-BE49-F238E27FC236}">
                <a16:creationId xmlns:a16="http://schemas.microsoft.com/office/drawing/2014/main" id="{F2C40B55-25F0-4804-AF2F-D110FF6AC65C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53790040"/>
              </p:ext>
            </p:extLst>
          </p:nvPr>
        </p:nvGraphicFramePr>
        <p:xfrm>
          <a:off x="609600" y="2923750"/>
          <a:ext cx="10972800" cy="321828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88487717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9BD2D38-BE74-452A-BCA0-7A57439E0D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TW" altLang="en-US">
                <a:cs typeface="Posterama"/>
              </a:rPr>
              <a:t>遭遇困難點與突破方式</a:t>
            </a:r>
            <a:br>
              <a:rPr lang="zh-TW" altLang="en-US" dirty="0">
                <a:cs typeface="Posterama"/>
              </a:rPr>
            </a:br>
            <a:r>
              <a:rPr lang="zh-TW" altLang="en-US" sz="3200">
                <a:cs typeface="Posterama"/>
              </a:rPr>
              <a:t>Difficulties and Solution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C901A744-3070-496A-9F88-DED72BC6391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zh-TW" altLang="en-US"/>
              <a:t>1.瀏覽器解碼問題(browser decode problems)</a:t>
            </a:r>
          </a:p>
          <a:p>
            <a:r>
              <a:rPr lang="zh-TW" altLang="en-US"/>
              <a:t>Sol:選擇大眾化的瀏覽器(popular browsers)</a:t>
            </a:r>
            <a:endParaRPr lang="zh-TW" altLang="en-US" dirty="0"/>
          </a:p>
          <a:p>
            <a:r>
              <a:rPr lang="zh-TW" altLang="en-US"/>
              <a:t>2.排版</a:t>
            </a:r>
          </a:p>
          <a:p>
            <a:r>
              <a:rPr lang="zh-TW" altLang="en-US"/>
              <a:t>Sol:行動裝置優先(moblie devices first)</a:t>
            </a:r>
          </a:p>
          <a:p>
            <a:r>
              <a:rPr lang="zh-TW" altLang="en-US"/>
              <a:t>3.功能顯示</a:t>
            </a:r>
          </a:p>
          <a:p>
            <a:r>
              <a:rPr lang="zh-TW" altLang="en-US"/>
              <a:t>Sol:以常用且實用的功能為主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39688490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37B40D3-B852-4689-BDC6-988B5D49B6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br>
              <a:rPr lang="en-US" altLang="zh-TW" dirty="0"/>
            </a:br>
            <a:r>
              <a:rPr lang="zh-TW">
                <a:ea typeface="+mj-lt"/>
                <a:cs typeface="+mj-lt"/>
              </a:rPr>
              <a:t>反思與經驗</a:t>
            </a:r>
            <a:r>
              <a:rPr lang="en-US" altLang="zh-TW">
                <a:ea typeface="+mj-lt"/>
                <a:cs typeface="+mj-lt"/>
              </a:rPr>
              <a:t>(R</a:t>
            </a:r>
            <a:r>
              <a:rPr lang="zh-TW">
                <a:ea typeface="+mj-lt"/>
                <a:cs typeface="+mj-lt"/>
              </a:rPr>
              <a:t>eflection</a:t>
            </a:r>
            <a:r>
              <a:rPr lang="en-US" altLang="zh-TW" dirty="0">
                <a:ea typeface="+mj-lt"/>
                <a:cs typeface="+mj-lt"/>
              </a:rPr>
              <a:t>s</a:t>
            </a:r>
            <a:r>
              <a:rPr lang="zh-TW">
                <a:ea typeface="+mj-lt"/>
                <a:cs typeface="+mj-lt"/>
              </a:rPr>
              <a:t> and</a:t>
            </a:r>
            <a:r>
              <a:rPr lang="zh-TW" altLang="en-US">
                <a:ea typeface="+mj-lt"/>
                <a:cs typeface="+mj-lt"/>
              </a:rPr>
              <a:t> E</a:t>
            </a:r>
            <a:r>
              <a:rPr lang="en-US" altLang="zh-TW" dirty="0" err="1">
                <a:ea typeface="+mj-lt"/>
                <a:cs typeface="+mj-lt"/>
              </a:rPr>
              <a:t>xperiences</a:t>
            </a:r>
            <a:r>
              <a:rPr lang="en-US" altLang="zh-TW" dirty="0">
                <a:ea typeface="+mj-lt"/>
                <a:cs typeface="+mj-lt"/>
              </a:rPr>
              <a:t>)</a:t>
            </a:r>
            <a:endParaRPr lang="zh-TW" altLang="en-US" dirty="0">
              <a:cs typeface="Posterama"/>
            </a:endParaRP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EB095FE3-2490-45D7-9566-ED5B404F09F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zh-TW" altLang="en-US"/>
              <a:t>1.學會正確開發軟體產品(software product)</a:t>
            </a:r>
          </a:p>
          <a:p>
            <a:r>
              <a:rPr lang="zh-TW" altLang="en-US"/>
              <a:t>2.學會正確溝通與洽談(</a:t>
            </a:r>
            <a:r>
              <a:rPr lang="zh-TW">
                <a:ea typeface="+mn-lt"/>
                <a:cs typeface="+mn-lt"/>
              </a:rPr>
              <a:t>communication</a:t>
            </a:r>
            <a:r>
              <a:rPr lang="zh-TW" altLang="en-US"/>
              <a:t>)</a:t>
            </a:r>
          </a:p>
          <a:p>
            <a:r>
              <a:rPr lang="zh-TW" altLang="en-US"/>
              <a:t>3.團隊合作(team work)</a:t>
            </a:r>
            <a:endParaRPr lang="zh-TW" altLang="en-US" dirty="0"/>
          </a:p>
          <a:p>
            <a:r>
              <a:rPr lang="zh-TW" altLang="en-US"/>
              <a:t>4.工作分配(arrangment)</a:t>
            </a:r>
            <a:endParaRPr lang="zh-TW" altLang="en-US" dirty="0"/>
          </a:p>
          <a:p>
            <a:r>
              <a:rPr lang="zh-TW" altLang="en-US"/>
              <a:t>5.開發出符合使用者的成品(developing)</a:t>
            </a:r>
          </a:p>
          <a:p>
            <a:r>
              <a:rPr lang="zh-TW" altLang="en-US"/>
              <a:t>6.除錯(debug)</a:t>
            </a:r>
          </a:p>
          <a:p>
            <a:r>
              <a:rPr lang="zh-TW" altLang="en-US"/>
              <a:t>7.美工設計(art design)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687528913"/>
      </p:ext>
    </p:extLst>
  </p:cSld>
  <p:clrMapOvr>
    <a:masterClrMapping/>
  </p:clrMapOvr>
</p:sld>
</file>

<file path=ppt/theme/theme1.xml><?xml version="1.0" encoding="utf-8"?>
<a:theme xmlns:a="http://schemas.openxmlformats.org/drawingml/2006/main" name="SplashVTI">
  <a:themeElements>
    <a:clrScheme name="Custom 11">
      <a:dk1>
        <a:srgbClr val="262626"/>
      </a:dk1>
      <a:lt1>
        <a:sysClr val="window" lastClr="FFFFFF"/>
      </a:lt1>
      <a:dk2>
        <a:srgbClr val="2F333D"/>
      </a:dk2>
      <a:lt2>
        <a:srgbClr val="E9F3F3"/>
      </a:lt2>
      <a:accent1>
        <a:srgbClr val="1EBE9B"/>
      </a:accent1>
      <a:accent2>
        <a:srgbClr val="FD8686"/>
      </a:accent2>
      <a:accent3>
        <a:srgbClr val="0AC8AD"/>
      </a:accent3>
      <a:accent4>
        <a:srgbClr val="E69500"/>
      </a:accent4>
      <a:accent5>
        <a:srgbClr val="EC4E70"/>
      </a:accent5>
      <a:accent6>
        <a:srgbClr val="794DFF"/>
      </a:accent6>
      <a:hlink>
        <a:srgbClr val="3E8FF1"/>
      </a:hlink>
      <a:folHlink>
        <a:srgbClr val="939393"/>
      </a:folHlink>
    </a:clrScheme>
    <a:fontScheme name="Custom 23">
      <a:majorFont>
        <a:latin typeface="Posterama"/>
        <a:ea typeface=""/>
        <a:cs typeface=""/>
      </a:majorFont>
      <a:minorFont>
        <a:latin typeface="Avenir Next LT Pr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plashVTI" id="{CD38C481-21EC-466B-953B-A1440B42712A}" vid="{D3E4813C-1D98-48C2-AF59-2D0D78E25500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</TotalTime>
  <Words>560</Words>
  <Application>Microsoft Office PowerPoint</Application>
  <PresentationFormat>寬螢幕</PresentationFormat>
  <Paragraphs>85</Paragraphs>
  <Slides>13</Slides>
  <Notes>0</Notes>
  <HiddenSlides>1</HiddenSlides>
  <MMClips>0</MMClips>
  <ScaleCrop>false</ScaleCrop>
  <HeadingPairs>
    <vt:vector size="6" baseType="variant">
      <vt:variant>
        <vt:lpstr>使用字型</vt:lpstr>
      </vt:variant>
      <vt:variant>
        <vt:i4>3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13</vt:i4>
      </vt:variant>
    </vt:vector>
  </HeadingPairs>
  <TitlesOfParts>
    <vt:vector size="17" baseType="lpstr">
      <vt:lpstr>Arial</vt:lpstr>
      <vt:lpstr>Avenir Next LT Pro</vt:lpstr>
      <vt:lpstr>Posterama</vt:lpstr>
      <vt:lpstr>SplashVTI</vt:lpstr>
      <vt:lpstr>程式語言成品介紹 五專回歸 青出於藍 更勝於藍  </vt:lpstr>
      <vt:lpstr>簡報大綱(main point)</vt:lpstr>
      <vt:lpstr>工作分配(arrangement)</vt:lpstr>
      <vt:lpstr>組員名單</vt:lpstr>
      <vt:lpstr>產品線邏輯心智圖(mind map)</vt:lpstr>
      <vt:lpstr>專案理念(Project Idea) </vt:lpstr>
      <vt:lpstr>程式技術層面(Coding Aspects)</vt:lpstr>
      <vt:lpstr>功能比較(Comparison)-介面UI</vt:lpstr>
      <vt:lpstr>測試裝置 (Beta Devices)</vt:lpstr>
      <vt:lpstr>測試瀏覽器(Beta Browsers)</vt:lpstr>
      <vt:lpstr>新增的功能(New Functions)</vt:lpstr>
      <vt:lpstr>遭遇困難點與突破方式 Difficulties and Solution</vt:lpstr>
      <vt:lpstr> 反思與經驗(Reflections and Experiences)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簡報</dc:title>
  <dc:creator/>
  <cp:lastModifiedBy>andy Chen</cp:lastModifiedBy>
  <cp:revision>355</cp:revision>
  <dcterms:created xsi:type="dcterms:W3CDTF">2022-01-10T10:47:28Z</dcterms:created>
  <dcterms:modified xsi:type="dcterms:W3CDTF">2022-01-11T08:21:09Z</dcterms:modified>
</cp:coreProperties>
</file>