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3" r:id="rId1"/>
  </p:sldMasterIdLst>
  <p:sldIdLst>
    <p:sldId id="256" r:id="rId2"/>
    <p:sldId id="267" r:id="rId3"/>
    <p:sldId id="266" r:id="rId4"/>
    <p:sldId id="265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982FD2-F265-426D-8844-74AD8F59B7BF}" v="407" dt="2022-01-10T11:47:42.055"/>
    <p1510:client id="{A9FCF8FD-EF0A-44F8-BCAE-644E093715AB}" v="1582" dt="2022-01-10T11:31:34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hyperlink" Target="https://nutccsieandy.github.io/1110832098/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5" Type="http://schemas.openxmlformats.org/officeDocument/2006/relationships/hyperlink" Target="https://nutccsieandy.github.io/1110832098/" TargetMode="External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C399B-CBC7-467E-8EA7-A83C9A44245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603B0CB-B8B8-4B71-9A89-C04EAF8DF5F5}">
      <dgm:prSet/>
      <dgm:spPr/>
      <dgm:t>
        <a:bodyPr/>
        <a:lstStyle/>
        <a:p>
          <a:r>
            <a:rPr lang="zh-TW" dirty="0"/>
            <a:t>1.</a:t>
          </a:r>
          <a:r>
            <a:rPr lang="zh-TW"/>
            <a:t>增加社會大眾對於五年制專科學校的認識</a:t>
          </a:r>
          <a:endParaRPr lang="en-US"/>
        </a:p>
      </dgm:t>
    </dgm:pt>
    <dgm:pt modelId="{F2FADF5F-C78D-4A2B-A29A-F181EF68E008}" type="parTrans" cxnId="{23329EDF-58B5-42C2-9197-861B8BE7094E}">
      <dgm:prSet/>
      <dgm:spPr/>
      <dgm:t>
        <a:bodyPr/>
        <a:lstStyle/>
        <a:p>
          <a:endParaRPr lang="en-US"/>
        </a:p>
      </dgm:t>
    </dgm:pt>
    <dgm:pt modelId="{D233031E-F1B9-4BE5-A99C-B2BFADF88C33}" type="sibTrans" cxnId="{23329EDF-58B5-42C2-9197-861B8BE7094E}">
      <dgm:prSet/>
      <dgm:spPr/>
      <dgm:t>
        <a:bodyPr/>
        <a:lstStyle/>
        <a:p>
          <a:endParaRPr lang="en-US"/>
        </a:p>
      </dgm:t>
    </dgm:pt>
    <dgm:pt modelId="{BF4B6A8E-7053-483C-9913-5E80A1FAF99A}">
      <dgm:prSet/>
      <dgm:spPr/>
      <dgm:t>
        <a:bodyPr/>
        <a:lstStyle/>
        <a:p>
          <a:r>
            <a:rPr lang="zh-TW" dirty="0"/>
            <a:t>2.</a:t>
          </a:r>
          <a:r>
            <a:rPr lang="zh-TW"/>
            <a:t>讓大家更加了解</a:t>
          </a:r>
          <a:r>
            <a:rPr lang="zh-TW" dirty="0"/>
            <a:t>P-TECH</a:t>
          </a:r>
          <a:r>
            <a:rPr lang="zh-TW"/>
            <a:t>創新學制的特色</a:t>
          </a:r>
          <a:endParaRPr lang="en-US"/>
        </a:p>
      </dgm:t>
    </dgm:pt>
    <dgm:pt modelId="{10F9FFB6-2B9E-4D8B-9E25-33999E4A6196}" type="parTrans" cxnId="{CB1E36A5-E64E-4EAC-BCA6-FE94D85B3686}">
      <dgm:prSet/>
      <dgm:spPr/>
      <dgm:t>
        <a:bodyPr/>
        <a:lstStyle/>
        <a:p>
          <a:endParaRPr lang="en-US"/>
        </a:p>
      </dgm:t>
    </dgm:pt>
    <dgm:pt modelId="{42856499-523A-493D-9B9E-016F3AEEE56C}" type="sibTrans" cxnId="{CB1E36A5-E64E-4EAC-BCA6-FE94D85B3686}">
      <dgm:prSet/>
      <dgm:spPr/>
      <dgm:t>
        <a:bodyPr/>
        <a:lstStyle/>
        <a:p>
          <a:endParaRPr lang="en-US"/>
        </a:p>
      </dgm:t>
    </dgm:pt>
    <dgm:pt modelId="{AC0CF450-4754-4FFE-8C2F-7D0AC676791C}">
      <dgm:prSet/>
      <dgm:spPr/>
      <dgm:t>
        <a:bodyPr/>
        <a:lstStyle/>
        <a:p>
          <a:r>
            <a:rPr lang="zh-TW" dirty="0"/>
            <a:t>3.</a:t>
          </a:r>
          <a:r>
            <a:rPr lang="zh-TW"/>
            <a:t>讓有心投入資訊工程的孩子了解資訊工程</a:t>
          </a:r>
          <a:endParaRPr lang="en-US"/>
        </a:p>
      </dgm:t>
    </dgm:pt>
    <dgm:pt modelId="{8373C128-B3AE-4997-8E9A-00754B5567DF}" type="parTrans" cxnId="{CEE0335C-A660-4881-990C-083D6749BA22}">
      <dgm:prSet/>
      <dgm:spPr/>
      <dgm:t>
        <a:bodyPr/>
        <a:lstStyle/>
        <a:p>
          <a:endParaRPr lang="en-US"/>
        </a:p>
      </dgm:t>
    </dgm:pt>
    <dgm:pt modelId="{82DEC8B5-6C3C-4C2B-9105-23833C349B28}" type="sibTrans" cxnId="{CEE0335C-A660-4881-990C-083D6749BA22}">
      <dgm:prSet/>
      <dgm:spPr/>
      <dgm:t>
        <a:bodyPr/>
        <a:lstStyle/>
        <a:p>
          <a:endParaRPr lang="en-US"/>
        </a:p>
      </dgm:t>
    </dgm:pt>
    <dgm:pt modelId="{5772608D-829C-4D59-A4C5-DD9D74D543B7}">
      <dgm:prSet/>
      <dgm:spPr/>
      <dgm:t>
        <a:bodyPr/>
        <a:lstStyle/>
        <a:p>
          <a:r>
            <a:rPr lang="zh-TW" dirty="0"/>
            <a:t>4.</a:t>
          </a:r>
          <a:r>
            <a:rPr lang="en-US" altLang="zh-TW" dirty="0">
              <a:latin typeface="Posterama"/>
            </a:rPr>
            <a:t>讓</a:t>
          </a:r>
          <a:r>
            <a:rPr lang="zh-TW"/>
            <a:t>讀者認識國立台中科技大學</a:t>
          </a:r>
          <a:endParaRPr lang="en-US"/>
        </a:p>
      </dgm:t>
    </dgm:pt>
    <dgm:pt modelId="{200D9C41-BD09-4399-BD23-8B688BA0D752}" type="parTrans" cxnId="{A7011548-8E28-43A6-B5A9-6513E166765C}">
      <dgm:prSet/>
      <dgm:spPr/>
      <dgm:t>
        <a:bodyPr/>
        <a:lstStyle/>
        <a:p>
          <a:endParaRPr lang="en-US"/>
        </a:p>
      </dgm:t>
    </dgm:pt>
    <dgm:pt modelId="{191895FC-6FC4-429D-9800-24B00FCF545B}" type="sibTrans" cxnId="{A7011548-8E28-43A6-B5A9-6513E166765C}">
      <dgm:prSet/>
      <dgm:spPr/>
      <dgm:t>
        <a:bodyPr/>
        <a:lstStyle/>
        <a:p>
          <a:endParaRPr lang="en-US"/>
        </a:p>
      </dgm:t>
    </dgm:pt>
    <dgm:pt modelId="{44079912-7479-4FF7-B1AC-C42A9177D9C7}">
      <dgm:prSet/>
      <dgm:spPr/>
      <dgm:t>
        <a:bodyPr/>
        <a:lstStyle/>
        <a:p>
          <a:r>
            <a:rPr lang="zh-TW" dirty="0"/>
            <a:t>5.</a:t>
          </a:r>
          <a:r>
            <a:rPr lang="en-US" altLang="zh-TW" dirty="0">
              <a:latin typeface="Posterama"/>
            </a:rPr>
            <a:t>讓</a:t>
          </a:r>
          <a:r>
            <a:rPr lang="zh-TW" altLang="en-US">
              <a:latin typeface="Posterama"/>
            </a:rPr>
            <a:t>大</a:t>
          </a:r>
          <a:r>
            <a:rPr lang="zh-TW"/>
            <a:t>家認識新五專</a:t>
          </a:r>
          <a:endParaRPr lang="en-US"/>
        </a:p>
      </dgm:t>
    </dgm:pt>
    <dgm:pt modelId="{75DCA24E-1A02-45CA-887D-07E3200EA4E9}" type="parTrans" cxnId="{B4C52120-92D8-49BC-B96B-E4D77B019C5F}">
      <dgm:prSet/>
      <dgm:spPr/>
      <dgm:t>
        <a:bodyPr/>
        <a:lstStyle/>
        <a:p>
          <a:endParaRPr lang="en-US"/>
        </a:p>
      </dgm:t>
    </dgm:pt>
    <dgm:pt modelId="{3F3DB800-68D5-40C4-B35B-E9DE8A96879D}" type="sibTrans" cxnId="{B4C52120-92D8-49BC-B96B-E4D77B019C5F}">
      <dgm:prSet/>
      <dgm:spPr/>
      <dgm:t>
        <a:bodyPr/>
        <a:lstStyle/>
        <a:p>
          <a:endParaRPr lang="en-US"/>
        </a:p>
      </dgm:t>
    </dgm:pt>
    <dgm:pt modelId="{9FE777B8-3EDE-4E7C-953F-2BA8850A17F4}" type="pres">
      <dgm:prSet presAssocID="{DE9C399B-CBC7-467E-8EA7-A83C9A442452}" presName="vert0" presStyleCnt="0">
        <dgm:presLayoutVars>
          <dgm:dir/>
          <dgm:animOne val="branch"/>
          <dgm:animLvl val="lvl"/>
        </dgm:presLayoutVars>
      </dgm:prSet>
      <dgm:spPr/>
    </dgm:pt>
    <dgm:pt modelId="{2E41CDD3-8367-41CD-850C-20617481C588}" type="pres">
      <dgm:prSet presAssocID="{4603B0CB-B8B8-4B71-9A89-C04EAF8DF5F5}" presName="thickLine" presStyleLbl="alignNode1" presStyleIdx="0" presStyleCnt="5"/>
      <dgm:spPr/>
    </dgm:pt>
    <dgm:pt modelId="{8E8DE323-6614-445D-9F5A-F96A7386C840}" type="pres">
      <dgm:prSet presAssocID="{4603B0CB-B8B8-4B71-9A89-C04EAF8DF5F5}" presName="horz1" presStyleCnt="0"/>
      <dgm:spPr/>
    </dgm:pt>
    <dgm:pt modelId="{8E089B6F-4997-4F9E-BF53-3C51E2DF3E8D}" type="pres">
      <dgm:prSet presAssocID="{4603B0CB-B8B8-4B71-9A89-C04EAF8DF5F5}" presName="tx1" presStyleLbl="revTx" presStyleIdx="0" presStyleCnt="5"/>
      <dgm:spPr/>
    </dgm:pt>
    <dgm:pt modelId="{D031DA1B-A660-4FF6-B5C4-4418A2CAB607}" type="pres">
      <dgm:prSet presAssocID="{4603B0CB-B8B8-4B71-9A89-C04EAF8DF5F5}" presName="vert1" presStyleCnt="0"/>
      <dgm:spPr/>
    </dgm:pt>
    <dgm:pt modelId="{844D4A97-162D-4BD0-B590-C15EEAA6F10F}" type="pres">
      <dgm:prSet presAssocID="{BF4B6A8E-7053-483C-9913-5E80A1FAF99A}" presName="thickLine" presStyleLbl="alignNode1" presStyleIdx="1" presStyleCnt="5"/>
      <dgm:spPr/>
    </dgm:pt>
    <dgm:pt modelId="{574D47DA-3901-4C2A-A85D-257F609BE43D}" type="pres">
      <dgm:prSet presAssocID="{BF4B6A8E-7053-483C-9913-5E80A1FAF99A}" presName="horz1" presStyleCnt="0"/>
      <dgm:spPr/>
    </dgm:pt>
    <dgm:pt modelId="{D2CE5361-9EDD-4AE8-AA02-DF6C8120E43C}" type="pres">
      <dgm:prSet presAssocID="{BF4B6A8E-7053-483C-9913-5E80A1FAF99A}" presName="tx1" presStyleLbl="revTx" presStyleIdx="1" presStyleCnt="5"/>
      <dgm:spPr/>
    </dgm:pt>
    <dgm:pt modelId="{68E1840E-E1F9-4BCD-95C9-AB875748B1CA}" type="pres">
      <dgm:prSet presAssocID="{BF4B6A8E-7053-483C-9913-5E80A1FAF99A}" presName="vert1" presStyleCnt="0"/>
      <dgm:spPr/>
    </dgm:pt>
    <dgm:pt modelId="{39D83DC6-F226-49F6-B161-68D573393F33}" type="pres">
      <dgm:prSet presAssocID="{AC0CF450-4754-4FFE-8C2F-7D0AC676791C}" presName="thickLine" presStyleLbl="alignNode1" presStyleIdx="2" presStyleCnt="5"/>
      <dgm:spPr/>
    </dgm:pt>
    <dgm:pt modelId="{3ABD2E4C-009D-4041-8549-F26949650221}" type="pres">
      <dgm:prSet presAssocID="{AC0CF450-4754-4FFE-8C2F-7D0AC676791C}" presName="horz1" presStyleCnt="0"/>
      <dgm:spPr/>
    </dgm:pt>
    <dgm:pt modelId="{D3DD14D0-53A4-4189-A381-AD89F7377998}" type="pres">
      <dgm:prSet presAssocID="{AC0CF450-4754-4FFE-8C2F-7D0AC676791C}" presName="tx1" presStyleLbl="revTx" presStyleIdx="2" presStyleCnt="5"/>
      <dgm:spPr/>
    </dgm:pt>
    <dgm:pt modelId="{C77DCC23-F971-4D38-AF90-3258972E40F7}" type="pres">
      <dgm:prSet presAssocID="{AC0CF450-4754-4FFE-8C2F-7D0AC676791C}" presName="vert1" presStyleCnt="0"/>
      <dgm:spPr/>
    </dgm:pt>
    <dgm:pt modelId="{4D41D575-D8F2-446C-8C26-068C2092AEA2}" type="pres">
      <dgm:prSet presAssocID="{5772608D-829C-4D59-A4C5-DD9D74D543B7}" presName="thickLine" presStyleLbl="alignNode1" presStyleIdx="3" presStyleCnt="5"/>
      <dgm:spPr/>
    </dgm:pt>
    <dgm:pt modelId="{925696D9-810D-4C6C-B033-536D029CDC36}" type="pres">
      <dgm:prSet presAssocID="{5772608D-829C-4D59-A4C5-DD9D74D543B7}" presName="horz1" presStyleCnt="0"/>
      <dgm:spPr/>
    </dgm:pt>
    <dgm:pt modelId="{7341B40A-05BE-4BDE-A9D0-80DAD5024714}" type="pres">
      <dgm:prSet presAssocID="{5772608D-829C-4D59-A4C5-DD9D74D543B7}" presName="tx1" presStyleLbl="revTx" presStyleIdx="3" presStyleCnt="5"/>
      <dgm:spPr/>
    </dgm:pt>
    <dgm:pt modelId="{A51274EB-AD4E-4981-8F20-D136C0E1BE10}" type="pres">
      <dgm:prSet presAssocID="{5772608D-829C-4D59-A4C5-DD9D74D543B7}" presName="vert1" presStyleCnt="0"/>
      <dgm:spPr/>
    </dgm:pt>
    <dgm:pt modelId="{3573710D-76FF-4AAB-8AE1-0D80991A46C1}" type="pres">
      <dgm:prSet presAssocID="{44079912-7479-4FF7-B1AC-C42A9177D9C7}" presName="thickLine" presStyleLbl="alignNode1" presStyleIdx="4" presStyleCnt="5"/>
      <dgm:spPr/>
    </dgm:pt>
    <dgm:pt modelId="{10D6421D-DAB4-447C-A399-C3EE5D776292}" type="pres">
      <dgm:prSet presAssocID="{44079912-7479-4FF7-B1AC-C42A9177D9C7}" presName="horz1" presStyleCnt="0"/>
      <dgm:spPr/>
    </dgm:pt>
    <dgm:pt modelId="{2B6FA1DB-5D1E-4752-867C-401EDED24540}" type="pres">
      <dgm:prSet presAssocID="{44079912-7479-4FF7-B1AC-C42A9177D9C7}" presName="tx1" presStyleLbl="revTx" presStyleIdx="4" presStyleCnt="5"/>
      <dgm:spPr/>
    </dgm:pt>
    <dgm:pt modelId="{20C8856F-86FD-43D8-ADA2-FB6A7BB5EE55}" type="pres">
      <dgm:prSet presAssocID="{44079912-7479-4FF7-B1AC-C42A9177D9C7}" presName="vert1" presStyleCnt="0"/>
      <dgm:spPr/>
    </dgm:pt>
  </dgm:ptLst>
  <dgm:cxnLst>
    <dgm:cxn modelId="{0E8E3605-ECCC-4E21-827A-E0C6469B4060}" type="presOf" srcId="{DE9C399B-CBC7-467E-8EA7-A83C9A442452}" destId="{9FE777B8-3EDE-4E7C-953F-2BA8850A17F4}" srcOrd="0" destOrd="0" presId="urn:microsoft.com/office/officeart/2008/layout/LinedList"/>
    <dgm:cxn modelId="{D4AC9F0A-3451-4F88-AE64-89934F1DEF97}" type="presOf" srcId="{44079912-7479-4FF7-B1AC-C42A9177D9C7}" destId="{2B6FA1DB-5D1E-4752-867C-401EDED24540}" srcOrd="0" destOrd="0" presId="urn:microsoft.com/office/officeart/2008/layout/LinedList"/>
    <dgm:cxn modelId="{B4C52120-92D8-49BC-B96B-E4D77B019C5F}" srcId="{DE9C399B-CBC7-467E-8EA7-A83C9A442452}" destId="{44079912-7479-4FF7-B1AC-C42A9177D9C7}" srcOrd="4" destOrd="0" parTransId="{75DCA24E-1A02-45CA-887D-07E3200EA4E9}" sibTransId="{3F3DB800-68D5-40C4-B35B-E9DE8A96879D}"/>
    <dgm:cxn modelId="{4811C640-ECD4-49CD-B451-2833FF18A6F8}" type="presOf" srcId="{BF4B6A8E-7053-483C-9913-5E80A1FAF99A}" destId="{D2CE5361-9EDD-4AE8-AA02-DF6C8120E43C}" srcOrd="0" destOrd="0" presId="urn:microsoft.com/office/officeart/2008/layout/LinedList"/>
    <dgm:cxn modelId="{CEE0335C-A660-4881-990C-083D6749BA22}" srcId="{DE9C399B-CBC7-467E-8EA7-A83C9A442452}" destId="{AC0CF450-4754-4FFE-8C2F-7D0AC676791C}" srcOrd="2" destOrd="0" parTransId="{8373C128-B3AE-4997-8E9A-00754B5567DF}" sibTransId="{82DEC8B5-6C3C-4C2B-9105-23833C349B28}"/>
    <dgm:cxn modelId="{A7011548-8E28-43A6-B5A9-6513E166765C}" srcId="{DE9C399B-CBC7-467E-8EA7-A83C9A442452}" destId="{5772608D-829C-4D59-A4C5-DD9D74D543B7}" srcOrd="3" destOrd="0" parTransId="{200D9C41-BD09-4399-BD23-8B688BA0D752}" sibTransId="{191895FC-6FC4-429D-9800-24B00FCF545B}"/>
    <dgm:cxn modelId="{CB1E36A5-E64E-4EAC-BCA6-FE94D85B3686}" srcId="{DE9C399B-CBC7-467E-8EA7-A83C9A442452}" destId="{BF4B6A8E-7053-483C-9913-5E80A1FAF99A}" srcOrd="1" destOrd="0" parTransId="{10F9FFB6-2B9E-4D8B-9E25-33999E4A6196}" sibTransId="{42856499-523A-493D-9B9E-016F3AEEE56C}"/>
    <dgm:cxn modelId="{23329EDF-58B5-42C2-9197-861B8BE7094E}" srcId="{DE9C399B-CBC7-467E-8EA7-A83C9A442452}" destId="{4603B0CB-B8B8-4B71-9A89-C04EAF8DF5F5}" srcOrd="0" destOrd="0" parTransId="{F2FADF5F-C78D-4A2B-A29A-F181EF68E008}" sibTransId="{D233031E-F1B9-4BE5-A99C-B2BFADF88C33}"/>
    <dgm:cxn modelId="{61334DE2-B897-457E-9DE5-1B0F2FBF1B09}" type="presOf" srcId="{AC0CF450-4754-4FFE-8C2F-7D0AC676791C}" destId="{D3DD14D0-53A4-4189-A381-AD89F7377998}" srcOrd="0" destOrd="0" presId="urn:microsoft.com/office/officeart/2008/layout/LinedList"/>
    <dgm:cxn modelId="{D36794F4-8F41-41E7-8B44-B45449871236}" type="presOf" srcId="{5772608D-829C-4D59-A4C5-DD9D74D543B7}" destId="{7341B40A-05BE-4BDE-A9D0-80DAD5024714}" srcOrd="0" destOrd="0" presId="urn:microsoft.com/office/officeart/2008/layout/LinedList"/>
    <dgm:cxn modelId="{2E7A13F6-E8BA-4761-BBE3-93E020077FD6}" type="presOf" srcId="{4603B0CB-B8B8-4B71-9A89-C04EAF8DF5F5}" destId="{8E089B6F-4997-4F9E-BF53-3C51E2DF3E8D}" srcOrd="0" destOrd="0" presId="urn:microsoft.com/office/officeart/2008/layout/LinedList"/>
    <dgm:cxn modelId="{E25D5153-9652-45E7-8F47-8EB3EF426282}" type="presParOf" srcId="{9FE777B8-3EDE-4E7C-953F-2BA8850A17F4}" destId="{2E41CDD3-8367-41CD-850C-20617481C588}" srcOrd="0" destOrd="0" presId="urn:microsoft.com/office/officeart/2008/layout/LinedList"/>
    <dgm:cxn modelId="{900B65F8-6F39-4C02-945F-2E295822B59B}" type="presParOf" srcId="{9FE777B8-3EDE-4E7C-953F-2BA8850A17F4}" destId="{8E8DE323-6614-445D-9F5A-F96A7386C840}" srcOrd="1" destOrd="0" presId="urn:microsoft.com/office/officeart/2008/layout/LinedList"/>
    <dgm:cxn modelId="{979EB6BE-78B8-4555-914F-DB9C56ED88DC}" type="presParOf" srcId="{8E8DE323-6614-445D-9F5A-F96A7386C840}" destId="{8E089B6F-4997-4F9E-BF53-3C51E2DF3E8D}" srcOrd="0" destOrd="0" presId="urn:microsoft.com/office/officeart/2008/layout/LinedList"/>
    <dgm:cxn modelId="{CD6BFAFD-2DE8-411F-BD45-1B78ECF1ACC1}" type="presParOf" srcId="{8E8DE323-6614-445D-9F5A-F96A7386C840}" destId="{D031DA1B-A660-4FF6-B5C4-4418A2CAB607}" srcOrd="1" destOrd="0" presId="urn:microsoft.com/office/officeart/2008/layout/LinedList"/>
    <dgm:cxn modelId="{72D2BE0D-E77E-41D8-B898-A3F3559EEF8D}" type="presParOf" srcId="{9FE777B8-3EDE-4E7C-953F-2BA8850A17F4}" destId="{844D4A97-162D-4BD0-B590-C15EEAA6F10F}" srcOrd="2" destOrd="0" presId="urn:microsoft.com/office/officeart/2008/layout/LinedList"/>
    <dgm:cxn modelId="{98611A0E-9434-43A5-B35C-EB699300903E}" type="presParOf" srcId="{9FE777B8-3EDE-4E7C-953F-2BA8850A17F4}" destId="{574D47DA-3901-4C2A-A85D-257F609BE43D}" srcOrd="3" destOrd="0" presId="urn:microsoft.com/office/officeart/2008/layout/LinedList"/>
    <dgm:cxn modelId="{46C3BAD1-3B50-4E7F-928F-9A221A00E878}" type="presParOf" srcId="{574D47DA-3901-4C2A-A85D-257F609BE43D}" destId="{D2CE5361-9EDD-4AE8-AA02-DF6C8120E43C}" srcOrd="0" destOrd="0" presId="urn:microsoft.com/office/officeart/2008/layout/LinedList"/>
    <dgm:cxn modelId="{5F692B53-9F6C-44D8-98B0-D62F44022A18}" type="presParOf" srcId="{574D47DA-3901-4C2A-A85D-257F609BE43D}" destId="{68E1840E-E1F9-4BCD-95C9-AB875748B1CA}" srcOrd="1" destOrd="0" presId="urn:microsoft.com/office/officeart/2008/layout/LinedList"/>
    <dgm:cxn modelId="{A445BBBA-C9DD-48E3-8F69-D1154A763EFD}" type="presParOf" srcId="{9FE777B8-3EDE-4E7C-953F-2BA8850A17F4}" destId="{39D83DC6-F226-49F6-B161-68D573393F33}" srcOrd="4" destOrd="0" presId="urn:microsoft.com/office/officeart/2008/layout/LinedList"/>
    <dgm:cxn modelId="{FCCBDEFE-73CB-4524-89A9-5CFADE67EFE7}" type="presParOf" srcId="{9FE777B8-3EDE-4E7C-953F-2BA8850A17F4}" destId="{3ABD2E4C-009D-4041-8549-F26949650221}" srcOrd="5" destOrd="0" presId="urn:microsoft.com/office/officeart/2008/layout/LinedList"/>
    <dgm:cxn modelId="{A53E24C1-1867-42AE-B512-B2294EFFD838}" type="presParOf" srcId="{3ABD2E4C-009D-4041-8549-F26949650221}" destId="{D3DD14D0-53A4-4189-A381-AD89F7377998}" srcOrd="0" destOrd="0" presId="urn:microsoft.com/office/officeart/2008/layout/LinedList"/>
    <dgm:cxn modelId="{428875FD-C29A-4E26-943F-8DC61C270BA3}" type="presParOf" srcId="{3ABD2E4C-009D-4041-8549-F26949650221}" destId="{C77DCC23-F971-4D38-AF90-3258972E40F7}" srcOrd="1" destOrd="0" presId="urn:microsoft.com/office/officeart/2008/layout/LinedList"/>
    <dgm:cxn modelId="{A2F7A98A-41B7-43A4-BA2F-86A9420FE914}" type="presParOf" srcId="{9FE777B8-3EDE-4E7C-953F-2BA8850A17F4}" destId="{4D41D575-D8F2-446C-8C26-068C2092AEA2}" srcOrd="6" destOrd="0" presId="urn:microsoft.com/office/officeart/2008/layout/LinedList"/>
    <dgm:cxn modelId="{BC72708A-A79B-4CEC-803D-46253C1F3909}" type="presParOf" srcId="{9FE777B8-3EDE-4E7C-953F-2BA8850A17F4}" destId="{925696D9-810D-4C6C-B033-536D029CDC36}" srcOrd="7" destOrd="0" presId="urn:microsoft.com/office/officeart/2008/layout/LinedList"/>
    <dgm:cxn modelId="{005AF06E-5580-4076-92D5-64773F17C498}" type="presParOf" srcId="{925696D9-810D-4C6C-B033-536D029CDC36}" destId="{7341B40A-05BE-4BDE-A9D0-80DAD5024714}" srcOrd="0" destOrd="0" presId="urn:microsoft.com/office/officeart/2008/layout/LinedList"/>
    <dgm:cxn modelId="{6EBC008B-6068-4E31-9C4E-A4F68C5E7667}" type="presParOf" srcId="{925696D9-810D-4C6C-B033-536D029CDC36}" destId="{A51274EB-AD4E-4981-8F20-D136C0E1BE10}" srcOrd="1" destOrd="0" presId="urn:microsoft.com/office/officeart/2008/layout/LinedList"/>
    <dgm:cxn modelId="{A1AF7550-BFB8-4587-AAD1-5C8C6594BE31}" type="presParOf" srcId="{9FE777B8-3EDE-4E7C-953F-2BA8850A17F4}" destId="{3573710D-76FF-4AAB-8AE1-0D80991A46C1}" srcOrd="8" destOrd="0" presId="urn:microsoft.com/office/officeart/2008/layout/LinedList"/>
    <dgm:cxn modelId="{804D7152-F443-4DE9-BD34-923D11BE7E34}" type="presParOf" srcId="{9FE777B8-3EDE-4E7C-953F-2BA8850A17F4}" destId="{10D6421D-DAB4-447C-A399-C3EE5D776292}" srcOrd="9" destOrd="0" presId="urn:microsoft.com/office/officeart/2008/layout/LinedList"/>
    <dgm:cxn modelId="{CC929FBD-EC0E-49FD-8777-31546882C264}" type="presParOf" srcId="{10D6421D-DAB4-447C-A399-C3EE5D776292}" destId="{2B6FA1DB-5D1E-4752-867C-401EDED24540}" srcOrd="0" destOrd="0" presId="urn:microsoft.com/office/officeart/2008/layout/LinedList"/>
    <dgm:cxn modelId="{D0DAEAC7-636E-43AE-9A2B-5D7A924F43B7}" type="presParOf" srcId="{10D6421D-DAB4-447C-A399-C3EE5D776292}" destId="{20C8856F-86FD-43D8-ADA2-FB6A7BB5EE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7C03DF-8F12-450F-A616-3E07782FC4E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FF63F71-6128-47C7-9428-FA6AE1F4D7AA}">
      <dgm:prSet/>
      <dgm:spPr/>
      <dgm:t>
        <a:bodyPr/>
        <a:lstStyle/>
        <a:p>
          <a:r>
            <a:rPr lang="zh-TW"/>
            <a:t>1.調整行動裝置導覽列</a:t>
          </a:r>
          <a:endParaRPr lang="en-US"/>
        </a:p>
      </dgm:t>
    </dgm:pt>
    <dgm:pt modelId="{8CFA889F-7A26-4BE1-B1F2-969EF15142B8}" type="parTrans" cxnId="{18C01DCE-B36A-454B-9493-02DC6E7ABE7F}">
      <dgm:prSet/>
      <dgm:spPr/>
      <dgm:t>
        <a:bodyPr/>
        <a:lstStyle/>
        <a:p>
          <a:endParaRPr lang="en-US"/>
        </a:p>
      </dgm:t>
    </dgm:pt>
    <dgm:pt modelId="{96CC5A04-860B-4FDF-AECF-3678A4734032}" type="sibTrans" cxnId="{18C01DCE-B36A-454B-9493-02DC6E7ABE7F}">
      <dgm:prSet/>
      <dgm:spPr/>
      <dgm:t>
        <a:bodyPr/>
        <a:lstStyle/>
        <a:p>
          <a:endParaRPr lang="en-US"/>
        </a:p>
      </dgm:t>
    </dgm:pt>
    <dgm:pt modelId="{220FEE7D-3B9B-4B73-BE94-326D76FFCCA9}">
      <dgm:prSet/>
      <dgm:spPr/>
      <dgm:t>
        <a:bodyPr/>
        <a:lstStyle/>
        <a:p>
          <a:r>
            <a:rPr lang="zh-TW"/>
            <a:t>2.優化使用者使用體驗</a:t>
          </a:r>
          <a:endParaRPr lang="en-US"/>
        </a:p>
      </dgm:t>
    </dgm:pt>
    <dgm:pt modelId="{268DA182-BC21-4480-B616-C235D2C86909}" type="parTrans" cxnId="{8FE53D26-1A3A-4923-8F97-3FCC19751D71}">
      <dgm:prSet/>
      <dgm:spPr/>
      <dgm:t>
        <a:bodyPr/>
        <a:lstStyle/>
        <a:p>
          <a:endParaRPr lang="en-US"/>
        </a:p>
      </dgm:t>
    </dgm:pt>
    <dgm:pt modelId="{B7ECCF7D-F43C-4F7D-937B-96FB3ACC2CFA}" type="sibTrans" cxnId="{8FE53D26-1A3A-4923-8F97-3FCC19751D71}">
      <dgm:prSet/>
      <dgm:spPr/>
      <dgm:t>
        <a:bodyPr/>
        <a:lstStyle/>
        <a:p>
          <a:endParaRPr lang="en-US"/>
        </a:p>
      </dgm:t>
    </dgm:pt>
    <dgm:pt modelId="{250C55D1-48DD-4E2F-B0A6-BEC2C55CFCD8}">
      <dgm:prSet/>
      <dgm:spPr/>
      <dgm:t>
        <a:bodyPr/>
        <a:lstStyle/>
        <a:p>
          <a:r>
            <a:rPr lang="zh-TW"/>
            <a:t>3.修正各版本瀏覽器的解碼問題</a:t>
          </a:r>
          <a:endParaRPr lang="en-US"/>
        </a:p>
      </dgm:t>
    </dgm:pt>
    <dgm:pt modelId="{632BA064-6D06-44A9-8EFD-B4879F98A45E}" type="parTrans" cxnId="{53FD9426-45C7-45A8-8EA2-BCC6E7806898}">
      <dgm:prSet/>
      <dgm:spPr/>
      <dgm:t>
        <a:bodyPr/>
        <a:lstStyle/>
        <a:p>
          <a:endParaRPr lang="en-US"/>
        </a:p>
      </dgm:t>
    </dgm:pt>
    <dgm:pt modelId="{746FFAB2-3F1A-4DB7-A99F-DE5C33AA91F3}" type="sibTrans" cxnId="{53FD9426-45C7-45A8-8EA2-BCC6E7806898}">
      <dgm:prSet/>
      <dgm:spPr/>
      <dgm:t>
        <a:bodyPr/>
        <a:lstStyle/>
        <a:p>
          <a:endParaRPr lang="en-US"/>
        </a:p>
      </dgm:t>
    </dgm:pt>
    <dgm:pt modelId="{36D91727-9736-4101-A717-C7C2BBFAC556}">
      <dgm:prSet/>
      <dgm:spPr/>
      <dgm:t>
        <a:bodyPr/>
        <a:lstStyle/>
        <a:p>
          <a:r>
            <a:rPr lang="zh-TW"/>
            <a:t>4.排版與美工</a:t>
          </a:r>
          <a:endParaRPr lang="en-US"/>
        </a:p>
      </dgm:t>
    </dgm:pt>
    <dgm:pt modelId="{A7C3A9AD-2886-4168-B8C9-2EDBE0FC5C63}" type="parTrans" cxnId="{3D830865-66DB-409E-86FE-F661B3047B2B}">
      <dgm:prSet/>
      <dgm:spPr/>
      <dgm:t>
        <a:bodyPr/>
        <a:lstStyle/>
        <a:p>
          <a:endParaRPr lang="en-US"/>
        </a:p>
      </dgm:t>
    </dgm:pt>
    <dgm:pt modelId="{6B71A467-0445-423E-AB5C-B058288D52FA}" type="sibTrans" cxnId="{3D830865-66DB-409E-86FE-F661B3047B2B}">
      <dgm:prSet/>
      <dgm:spPr/>
      <dgm:t>
        <a:bodyPr/>
        <a:lstStyle/>
        <a:p>
          <a:endParaRPr lang="en-US"/>
        </a:p>
      </dgm:t>
    </dgm:pt>
    <dgm:pt modelId="{2559438E-85D1-4706-872E-39DE6B6A5B60}">
      <dgm:prSet/>
      <dgm:spPr/>
      <dgm:t>
        <a:bodyPr/>
        <a:lstStyle/>
        <a:p>
          <a:r>
            <a:rPr lang="zh-TW"/>
            <a:t>5.程式除錯</a:t>
          </a:r>
          <a:endParaRPr lang="en-US"/>
        </a:p>
      </dgm:t>
    </dgm:pt>
    <dgm:pt modelId="{0FBBF930-0D7B-4C8F-A362-F8949FD7453A}" type="parTrans" cxnId="{0EB7BD2B-42A0-4C5C-9AF6-0F9AA823E1FF}">
      <dgm:prSet/>
      <dgm:spPr/>
      <dgm:t>
        <a:bodyPr/>
        <a:lstStyle/>
        <a:p>
          <a:endParaRPr lang="en-US"/>
        </a:p>
      </dgm:t>
    </dgm:pt>
    <dgm:pt modelId="{366DD8EB-BD2D-4870-B582-EDCCB22EC050}" type="sibTrans" cxnId="{0EB7BD2B-42A0-4C5C-9AF6-0F9AA823E1FF}">
      <dgm:prSet/>
      <dgm:spPr/>
      <dgm:t>
        <a:bodyPr/>
        <a:lstStyle/>
        <a:p>
          <a:endParaRPr lang="en-US"/>
        </a:p>
      </dgm:t>
    </dgm:pt>
    <dgm:pt modelId="{DCF3ED80-A7B8-415A-A4FB-84EE7D2023CA}" type="pres">
      <dgm:prSet presAssocID="{1F7C03DF-8F12-450F-A616-3E07782FC4E1}" presName="vert0" presStyleCnt="0">
        <dgm:presLayoutVars>
          <dgm:dir/>
          <dgm:animOne val="branch"/>
          <dgm:animLvl val="lvl"/>
        </dgm:presLayoutVars>
      </dgm:prSet>
      <dgm:spPr/>
    </dgm:pt>
    <dgm:pt modelId="{47D09355-C998-4B6C-8B68-FF6615ECAE05}" type="pres">
      <dgm:prSet presAssocID="{2FF63F71-6128-47C7-9428-FA6AE1F4D7AA}" presName="thickLine" presStyleLbl="alignNode1" presStyleIdx="0" presStyleCnt="5"/>
      <dgm:spPr/>
    </dgm:pt>
    <dgm:pt modelId="{CFD490D6-2FAA-49BD-ADD3-694DB22BBD6E}" type="pres">
      <dgm:prSet presAssocID="{2FF63F71-6128-47C7-9428-FA6AE1F4D7AA}" presName="horz1" presStyleCnt="0"/>
      <dgm:spPr/>
    </dgm:pt>
    <dgm:pt modelId="{7B9ADD80-98A3-4599-8FCF-EFB27C8FE949}" type="pres">
      <dgm:prSet presAssocID="{2FF63F71-6128-47C7-9428-FA6AE1F4D7AA}" presName="tx1" presStyleLbl="revTx" presStyleIdx="0" presStyleCnt="5"/>
      <dgm:spPr/>
    </dgm:pt>
    <dgm:pt modelId="{E6CD68A4-939D-4727-9B53-F11C09D7D616}" type="pres">
      <dgm:prSet presAssocID="{2FF63F71-6128-47C7-9428-FA6AE1F4D7AA}" presName="vert1" presStyleCnt="0"/>
      <dgm:spPr/>
    </dgm:pt>
    <dgm:pt modelId="{A8FF80E5-612D-4901-805B-30A9E1563867}" type="pres">
      <dgm:prSet presAssocID="{220FEE7D-3B9B-4B73-BE94-326D76FFCCA9}" presName="thickLine" presStyleLbl="alignNode1" presStyleIdx="1" presStyleCnt="5"/>
      <dgm:spPr/>
    </dgm:pt>
    <dgm:pt modelId="{DC763238-1707-48EE-9C24-E0A596619397}" type="pres">
      <dgm:prSet presAssocID="{220FEE7D-3B9B-4B73-BE94-326D76FFCCA9}" presName="horz1" presStyleCnt="0"/>
      <dgm:spPr/>
    </dgm:pt>
    <dgm:pt modelId="{12C5F8C4-2F59-40E5-A4FE-162F56171F88}" type="pres">
      <dgm:prSet presAssocID="{220FEE7D-3B9B-4B73-BE94-326D76FFCCA9}" presName="tx1" presStyleLbl="revTx" presStyleIdx="1" presStyleCnt="5"/>
      <dgm:spPr/>
    </dgm:pt>
    <dgm:pt modelId="{9E343B5F-1755-41F7-A802-BF3BD8F5544C}" type="pres">
      <dgm:prSet presAssocID="{220FEE7D-3B9B-4B73-BE94-326D76FFCCA9}" presName="vert1" presStyleCnt="0"/>
      <dgm:spPr/>
    </dgm:pt>
    <dgm:pt modelId="{5AAC39C4-820E-400B-A304-6AFDCC3E1BFB}" type="pres">
      <dgm:prSet presAssocID="{250C55D1-48DD-4E2F-B0A6-BEC2C55CFCD8}" presName="thickLine" presStyleLbl="alignNode1" presStyleIdx="2" presStyleCnt="5"/>
      <dgm:spPr/>
    </dgm:pt>
    <dgm:pt modelId="{995FEADA-F1DE-4942-A357-A768BC28F45E}" type="pres">
      <dgm:prSet presAssocID="{250C55D1-48DD-4E2F-B0A6-BEC2C55CFCD8}" presName="horz1" presStyleCnt="0"/>
      <dgm:spPr/>
    </dgm:pt>
    <dgm:pt modelId="{19E345DA-A13C-4A10-840F-C366F8588B37}" type="pres">
      <dgm:prSet presAssocID="{250C55D1-48DD-4E2F-B0A6-BEC2C55CFCD8}" presName="tx1" presStyleLbl="revTx" presStyleIdx="2" presStyleCnt="5"/>
      <dgm:spPr/>
    </dgm:pt>
    <dgm:pt modelId="{FCC01E97-97A6-4C55-B1D7-BEF4DD1E8B3A}" type="pres">
      <dgm:prSet presAssocID="{250C55D1-48DD-4E2F-B0A6-BEC2C55CFCD8}" presName="vert1" presStyleCnt="0"/>
      <dgm:spPr/>
    </dgm:pt>
    <dgm:pt modelId="{353D2C38-D80A-4227-9DCF-E41B11E3C751}" type="pres">
      <dgm:prSet presAssocID="{36D91727-9736-4101-A717-C7C2BBFAC556}" presName="thickLine" presStyleLbl="alignNode1" presStyleIdx="3" presStyleCnt="5"/>
      <dgm:spPr/>
    </dgm:pt>
    <dgm:pt modelId="{21B08BCA-963A-4A79-9705-410C5F389577}" type="pres">
      <dgm:prSet presAssocID="{36D91727-9736-4101-A717-C7C2BBFAC556}" presName="horz1" presStyleCnt="0"/>
      <dgm:spPr/>
    </dgm:pt>
    <dgm:pt modelId="{794A6981-4D47-4041-9C77-2886DD9630DD}" type="pres">
      <dgm:prSet presAssocID="{36D91727-9736-4101-A717-C7C2BBFAC556}" presName="tx1" presStyleLbl="revTx" presStyleIdx="3" presStyleCnt="5"/>
      <dgm:spPr/>
    </dgm:pt>
    <dgm:pt modelId="{E42A8187-967F-47D2-BB20-C099E70A3D51}" type="pres">
      <dgm:prSet presAssocID="{36D91727-9736-4101-A717-C7C2BBFAC556}" presName="vert1" presStyleCnt="0"/>
      <dgm:spPr/>
    </dgm:pt>
    <dgm:pt modelId="{E8679D46-B638-47E5-A8F6-AB176D7B939E}" type="pres">
      <dgm:prSet presAssocID="{2559438E-85D1-4706-872E-39DE6B6A5B60}" presName="thickLine" presStyleLbl="alignNode1" presStyleIdx="4" presStyleCnt="5"/>
      <dgm:spPr/>
    </dgm:pt>
    <dgm:pt modelId="{BEA8F279-56BE-4DDD-9D21-723E98418C3E}" type="pres">
      <dgm:prSet presAssocID="{2559438E-85D1-4706-872E-39DE6B6A5B60}" presName="horz1" presStyleCnt="0"/>
      <dgm:spPr/>
    </dgm:pt>
    <dgm:pt modelId="{F689A67B-13E3-42E3-B4FF-EFCE2024657F}" type="pres">
      <dgm:prSet presAssocID="{2559438E-85D1-4706-872E-39DE6B6A5B60}" presName="tx1" presStyleLbl="revTx" presStyleIdx="4" presStyleCnt="5"/>
      <dgm:spPr/>
    </dgm:pt>
    <dgm:pt modelId="{42464F7D-79F6-4F6D-9D9A-168073D3E6C4}" type="pres">
      <dgm:prSet presAssocID="{2559438E-85D1-4706-872E-39DE6B6A5B60}" presName="vert1" presStyleCnt="0"/>
      <dgm:spPr/>
    </dgm:pt>
  </dgm:ptLst>
  <dgm:cxnLst>
    <dgm:cxn modelId="{EA85C913-B1A8-4790-92E5-0A86B196B585}" type="presOf" srcId="{2FF63F71-6128-47C7-9428-FA6AE1F4D7AA}" destId="{7B9ADD80-98A3-4599-8FCF-EFB27C8FE949}" srcOrd="0" destOrd="0" presId="urn:microsoft.com/office/officeart/2008/layout/LinedList"/>
    <dgm:cxn modelId="{25E1E021-654E-4D19-B7E3-A3140A1860E8}" type="presOf" srcId="{36D91727-9736-4101-A717-C7C2BBFAC556}" destId="{794A6981-4D47-4041-9C77-2886DD9630DD}" srcOrd="0" destOrd="0" presId="urn:microsoft.com/office/officeart/2008/layout/LinedList"/>
    <dgm:cxn modelId="{8FE53D26-1A3A-4923-8F97-3FCC19751D71}" srcId="{1F7C03DF-8F12-450F-A616-3E07782FC4E1}" destId="{220FEE7D-3B9B-4B73-BE94-326D76FFCCA9}" srcOrd="1" destOrd="0" parTransId="{268DA182-BC21-4480-B616-C235D2C86909}" sibTransId="{B7ECCF7D-F43C-4F7D-937B-96FB3ACC2CFA}"/>
    <dgm:cxn modelId="{53FD9426-45C7-45A8-8EA2-BCC6E7806898}" srcId="{1F7C03DF-8F12-450F-A616-3E07782FC4E1}" destId="{250C55D1-48DD-4E2F-B0A6-BEC2C55CFCD8}" srcOrd="2" destOrd="0" parTransId="{632BA064-6D06-44A9-8EFD-B4879F98A45E}" sibTransId="{746FFAB2-3F1A-4DB7-A99F-DE5C33AA91F3}"/>
    <dgm:cxn modelId="{2D3D6329-E146-487F-8211-93A79ECCF843}" type="presOf" srcId="{220FEE7D-3B9B-4B73-BE94-326D76FFCCA9}" destId="{12C5F8C4-2F59-40E5-A4FE-162F56171F88}" srcOrd="0" destOrd="0" presId="urn:microsoft.com/office/officeart/2008/layout/LinedList"/>
    <dgm:cxn modelId="{0EB7BD2B-42A0-4C5C-9AF6-0F9AA823E1FF}" srcId="{1F7C03DF-8F12-450F-A616-3E07782FC4E1}" destId="{2559438E-85D1-4706-872E-39DE6B6A5B60}" srcOrd="4" destOrd="0" parTransId="{0FBBF930-0D7B-4C8F-A362-F8949FD7453A}" sibTransId="{366DD8EB-BD2D-4870-B582-EDCCB22EC050}"/>
    <dgm:cxn modelId="{3D830865-66DB-409E-86FE-F661B3047B2B}" srcId="{1F7C03DF-8F12-450F-A616-3E07782FC4E1}" destId="{36D91727-9736-4101-A717-C7C2BBFAC556}" srcOrd="3" destOrd="0" parTransId="{A7C3A9AD-2886-4168-B8C9-2EDBE0FC5C63}" sibTransId="{6B71A467-0445-423E-AB5C-B058288D52FA}"/>
    <dgm:cxn modelId="{954B006D-59EA-4008-9235-93F4253501AE}" type="presOf" srcId="{1F7C03DF-8F12-450F-A616-3E07782FC4E1}" destId="{DCF3ED80-A7B8-415A-A4FB-84EE7D2023CA}" srcOrd="0" destOrd="0" presId="urn:microsoft.com/office/officeart/2008/layout/LinedList"/>
    <dgm:cxn modelId="{4667C655-586B-40B7-A183-331A73059E64}" type="presOf" srcId="{2559438E-85D1-4706-872E-39DE6B6A5B60}" destId="{F689A67B-13E3-42E3-B4FF-EFCE2024657F}" srcOrd="0" destOrd="0" presId="urn:microsoft.com/office/officeart/2008/layout/LinedList"/>
    <dgm:cxn modelId="{18C01DCE-B36A-454B-9493-02DC6E7ABE7F}" srcId="{1F7C03DF-8F12-450F-A616-3E07782FC4E1}" destId="{2FF63F71-6128-47C7-9428-FA6AE1F4D7AA}" srcOrd="0" destOrd="0" parTransId="{8CFA889F-7A26-4BE1-B1F2-969EF15142B8}" sibTransId="{96CC5A04-860B-4FDF-AECF-3678A4734032}"/>
    <dgm:cxn modelId="{A12787E3-0BBD-44A4-9F48-3CE9EEDC3605}" type="presOf" srcId="{250C55D1-48DD-4E2F-B0A6-BEC2C55CFCD8}" destId="{19E345DA-A13C-4A10-840F-C366F8588B37}" srcOrd="0" destOrd="0" presId="urn:microsoft.com/office/officeart/2008/layout/LinedList"/>
    <dgm:cxn modelId="{252D8189-F92F-4643-9150-D4ABD03B1C58}" type="presParOf" srcId="{DCF3ED80-A7B8-415A-A4FB-84EE7D2023CA}" destId="{47D09355-C998-4B6C-8B68-FF6615ECAE05}" srcOrd="0" destOrd="0" presId="urn:microsoft.com/office/officeart/2008/layout/LinedList"/>
    <dgm:cxn modelId="{0EE53B06-FE43-42D1-9386-F540827444BF}" type="presParOf" srcId="{DCF3ED80-A7B8-415A-A4FB-84EE7D2023CA}" destId="{CFD490D6-2FAA-49BD-ADD3-694DB22BBD6E}" srcOrd="1" destOrd="0" presId="urn:microsoft.com/office/officeart/2008/layout/LinedList"/>
    <dgm:cxn modelId="{4C39DE09-2EBB-48BF-A4AB-4C2974420628}" type="presParOf" srcId="{CFD490D6-2FAA-49BD-ADD3-694DB22BBD6E}" destId="{7B9ADD80-98A3-4599-8FCF-EFB27C8FE949}" srcOrd="0" destOrd="0" presId="urn:microsoft.com/office/officeart/2008/layout/LinedList"/>
    <dgm:cxn modelId="{4D81EB4E-2B8B-4C84-9C93-0CA40E14753B}" type="presParOf" srcId="{CFD490D6-2FAA-49BD-ADD3-694DB22BBD6E}" destId="{E6CD68A4-939D-4727-9B53-F11C09D7D616}" srcOrd="1" destOrd="0" presId="urn:microsoft.com/office/officeart/2008/layout/LinedList"/>
    <dgm:cxn modelId="{33B18C42-A753-432E-B01B-9C225A6FE9A2}" type="presParOf" srcId="{DCF3ED80-A7B8-415A-A4FB-84EE7D2023CA}" destId="{A8FF80E5-612D-4901-805B-30A9E1563867}" srcOrd="2" destOrd="0" presId="urn:microsoft.com/office/officeart/2008/layout/LinedList"/>
    <dgm:cxn modelId="{4FD05038-A22B-4830-8CC7-6C98F5337521}" type="presParOf" srcId="{DCF3ED80-A7B8-415A-A4FB-84EE7D2023CA}" destId="{DC763238-1707-48EE-9C24-E0A596619397}" srcOrd="3" destOrd="0" presId="urn:microsoft.com/office/officeart/2008/layout/LinedList"/>
    <dgm:cxn modelId="{8731FD7D-3F65-4B5F-8FD6-4FFFC7D6947A}" type="presParOf" srcId="{DC763238-1707-48EE-9C24-E0A596619397}" destId="{12C5F8C4-2F59-40E5-A4FE-162F56171F88}" srcOrd="0" destOrd="0" presId="urn:microsoft.com/office/officeart/2008/layout/LinedList"/>
    <dgm:cxn modelId="{F209EDDF-C3B4-4B62-9C4D-01C68FD54FAF}" type="presParOf" srcId="{DC763238-1707-48EE-9C24-E0A596619397}" destId="{9E343B5F-1755-41F7-A802-BF3BD8F5544C}" srcOrd="1" destOrd="0" presId="urn:microsoft.com/office/officeart/2008/layout/LinedList"/>
    <dgm:cxn modelId="{9A403699-19F4-470F-B64C-02858C7E4BDD}" type="presParOf" srcId="{DCF3ED80-A7B8-415A-A4FB-84EE7D2023CA}" destId="{5AAC39C4-820E-400B-A304-6AFDCC3E1BFB}" srcOrd="4" destOrd="0" presId="urn:microsoft.com/office/officeart/2008/layout/LinedList"/>
    <dgm:cxn modelId="{48B3DDB7-2FA6-43CD-B346-15786961D882}" type="presParOf" srcId="{DCF3ED80-A7B8-415A-A4FB-84EE7D2023CA}" destId="{995FEADA-F1DE-4942-A357-A768BC28F45E}" srcOrd="5" destOrd="0" presId="urn:microsoft.com/office/officeart/2008/layout/LinedList"/>
    <dgm:cxn modelId="{79E7707E-157D-49DC-8550-FEC2C27EEFD8}" type="presParOf" srcId="{995FEADA-F1DE-4942-A357-A768BC28F45E}" destId="{19E345DA-A13C-4A10-840F-C366F8588B37}" srcOrd="0" destOrd="0" presId="urn:microsoft.com/office/officeart/2008/layout/LinedList"/>
    <dgm:cxn modelId="{6869859A-FA6D-481C-9498-17B30413E9E9}" type="presParOf" srcId="{995FEADA-F1DE-4942-A357-A768BC28F45E}" destId="{FCC01E97-97A6-4C55-B1D7-BEF4DD1E8B3A}" srcOrd="1" destOrd="0" presId="urn:microsoft.com/office/officeart/2008/layout/LinedList"/>
    <dgm:cxn modelId="{8129EF58-6626-43EA-96EA-152BBCF3BE66}" type="presParOf" srcId="{DCF3ED80-A7B8-415A-A4FB-84EE7D2023CA}" destId="{353D2C38-D80A-4227-9DCF-E41B11E3C751}" srcOrd="6" destOrd="0" presId="urn:microsoft.com/office/officeart/2008/layout/LinedList"/>
    <dgm:cxn modelId="{F4E2D68E-819A-4423-B8B6-2165CFEFD021}" type="presParOf" srcId="{DCF3ED80-A7B8-415A-A4FB-84EE7D2023CA}" destId="{21B08BCA-963A-4A79-9705-410C5F389577}" srcOrd="7" destOrd="0" presId="urn:microsoft.com/office/officeart/2008/layout/LinedList"/>
    <dgm:cxn modelId="{5C870D77-342B-430A-8E99-118365E4FDC8}" type="presParOf" srcId="{21B08BCA-963A-4A79-9705-410C5F389577}" destId="{794A6981-4D47-4041-9C77-2886DD9630DD}" srcOrd="0" destOrd="0" presId="urn:microsoft.com/office/officeart/2008/layout/LinedList"/>
    <dgm:cxn modelId="{564B937F-7F54-4A8C-9BC6-0A2EFF05760E}" type="presParOf" srcId="{21B08BCA-963A-4A79-9705-410C5F389577}" destId="{E42A8187-967F-47D2-BB20-C099E70A3D51}" srcOrd="1" destOrd="0" presId="urn:microsoft.com/office/officeart/2008/layout/LinedList"/>
    <dgm:cxn modelId="{86461956-E957-4840-AAB2-4D4FCBA4F3A2}" type="presParOf" srcId="{DCF3ED80-A7B8-415A-A4FB-84EE7D2023CA}" destId="{E8679D46-B638-47E5-A8F6-AB176D7B939E}" srcOrd="8" destOrd="0" presId="urn:microsoft.com/office/officeart/2008/layout/LinedList"/>
    <dgm:cxn modelId="{AC8D3E65-F8AF-4324-A59C-1AD25606ADD5}" type="presParOf" srcId="{DCF3ED80-A7B8-415A-A4FB-84EE7D2023CA}" destId="{BEA8F279-56BE-4DDD-9D21-723E98418C3E}" srcOrd="9" destOrd="0" presId="urn:microsoft.com/office/officeart/2008/layout/LinedList"/>
    <dgm:cxn modelId="{BBABCD79-B488-42F0-B6A1-4297620940B1}" type="presParOf" srcId="{BEA8F279-56BE-4DDD-9D21-723E98418C3E}" destId="{F689A67B-13E3-42E3-B4FF-EFCE2024657F}" srcOrd="0" destOrd="0" presId="urn:microsoft.com/office/officeart/2008/layout/LinedList"/>
    <dgm:cxn modelId="{F72DC8EA-12BF-4431-B482-CB12C5EC2A6F}" type="presParOf" srcId="{BEA8F279-56BE-4DDD-9D21-723E98418C3E}" destId="{42464F7D-79F6-4F6D-9D9A-168073D3E6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66882B-C221-4792-9FBF-FA8769CCD81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205288-02DA-4ADE-A3BB-32F2CA2467F4}">
      <dgm:prSet/>
      <dgm:spPr/>
      <dgm:t>
        <a:bodyPr/>
        <a:lstStyle/>
        <a:p>
          <a:pPr rtl="0"/>
          <a:r>
            <a:rPr lang="zh-TW" dirty="0"/>
            <a:t>1</a:t>
          </a:r>
          <a:r>
            <a:rPr lang="zh-TW" dirty="0">
              <a:latin typeface="+mj-lt"/>
            </a:rPr>
            <a:t>.Android </a:t>
          </a:r>
          <a:r>
            <a:rPr lang="en-US" altLang="zh-TW" dirty="0">
              <a:latin typeface="+mj-lt"/>
            </a:rPr>
            <a:t>Moblie</a:t>
          </a:r>
          <a:r>
            <a:rPr lang="zh-TW" altLang="en-US" dirty="0">
              <a:latin typeface="+mj-lt"/>
            </a:rPr>
            <a:t>  P</a:t>
          </a:r>
          <a:r>
            <a:rPr lang="en-US" altLang="zh-TW" dirty="0">
              <a:latin typeface="+mj-lt"/>
            </a:rPr>
            <a:t>hone</a:t>
          </a:r>
          <a:endParaRPr lang="en-US" dirty="0">
            <a:latin typeface="+mj-lt"/>
          </a:endParaRPr>
        </a:p>
      </dgm:t>
    </dgm:pt>
    <dgm:pt modelId="{58034C7B-D768-4A01-838C-1DECFBA56F3F}" type="parTrans" cxnId="{AE13C027-1DAE-4D7A-9CB1-373195BD46A0}">
      <dgm:prSet/>
      <dgm:spPr/>
      <dgm:t>
        <a:bodyPr/>
        <a:lstStyle/>
        <a:p>
          <a:endParaRPr lang="en-US"/>
        </a:p>
      </dgm:t>
    </dgm:pt>
    <dgm:pt modelId="{AB85F19E-CD19-49F8-8CF2-BD590A8FCAA7}" type="sibTrans" cxnId="{AE13C027-1DAE-4D7A-9CB1-373195BD46A0}">
      <dgm:prSet/>
      <dgm:spPr/>
      <dgm:t>
        <a:bodyPr/>
        <a:lstStyle/>
        <a:p>
          <a:endParaRPr lang="en-US"/>
        </a:p>
      </dgm:t>
    </dgm:pt>
    <dgm:pt modelId="{2302392A-F5DE-4347-A420-6192234A8AB0}">
      <dgm:prSet/>
      <dgm:spPr/>
      <dgm:t>
        <a:bodyPr/>
        <a:lstStyle/>
        <a:p>
          <a:r>
            <a:rPr lang="zh-TW" dirty="0">
              <a:latin typeface="+mj-lt"/>
            </a:rPr>
            <a:t>2.Android </a:t>
          </a:r>
          <a:r>
            <a:rPr lang="en-US" dirty="0">
              <a:latin typeface="+mj-lt"/>
            </a:rPr>
            <a:t>Tablet</a:t>
          </a:r>
        </a:p>
      </dgm:t>
    </dgm:pt>
    <dgm:pt modelId="{8DF3824D-CFFB-4AFE-85BF-19CA75D6A3DB}" type="parTrans" cxnId="{77621657-6796-45CD-BB82-E921B6935671}">
      <dgm:prSet/>
      <dgm:spPr/>
      <dgm:t>
        <a:bodyPr/>
        <a:lstStyle/>
        <a:p>
          <a:endParaRPr lang="en-US"/>
        </a:p>
      </dgm:t>
    </dgm:pt>
    <dgm:pt modelId="{3F6F4347-805F-4E1B-9D27-075FC27DAA5E}" type="sibTrans" cxnId="{77621657-6796-45CD-BB82-E921B6935671}">
      <dgm:prSet/>
      <dgm:spPr/>
      <dgm:t>
        <a:bodyPr/>
        <a:lstStyle/>
        <a:p>
          <a:endParaRPr lang="en-US"/>
        </a:p>
      </dgm:t>
    </dgm:pt>
    <dgm:pt modelId="{170DD2B6-FEF9-4DB9-B809-BF5BF2D6DE7D}">
      <dgm:prSet/>
      <dgm:spPr/>
      <dgm:t>
        <a:bodyPr/>
        <a:lstStyle/>
        <a:p>
          <a:pPr rtl="0"/>
          <a:r>
            <a:rPr lang="en-US" dirty="0">
              <a:latin typeface="+mj-lt"/>
            </a:rPr>
            <a:t>3.All Screen  Ipad</a:t>
          </a:r>
        </a:p>
      </dgm:t>
    </dgm:pt>
    <dgm:pt modelId="{98C80876-25E5-4A21-94CE-4431CD8642ED}" type="parTrans" cxnId="{D5654938-EBEC-4B19-959A-AEFB249CB4F8}">
      <dgm:prSet/>
      <dgm:spPr/>
      <dgm:t>
        <a:bodyPr/>
        <a:lstStyle/>
        <a:p>
          <a:endParaRPr lang="en-US"/>
        </a:p>
      </dgm:t>
    </dgm:pt>
    <dgm:pt modelId="{007382B1-BB4F-45EF-BFC8-0BE6D77FBC3A}" type="sibTrans" cxnId="{D5654938-EBEC-4B19-959A-AEFB249CB4F8}">
      <dgm:prSet/>
      <dgm:spPr/>
      <dgm:t>
        <a:bodyPr/>
        <a:lstStyle/>
        <a:p>
          <a:endParaRPr lang="en-US"/>
        </a:p>
      </dgm:t>
    </dgm:pt>
    <dgm:pt modelId="{272B40AE-0FB0-499D-8E46-44E5D545DA68}">
      <dgm:prSet/>
      <dgm:spPr/>
      <dgm:t>
        <a:bodyPr/>
        <a:lstStyle/>
        <a:p>
          <a:r>
            <a:rPr lang="en-US" dirty="0">
              <a:latin typeface="+mj-lt"/>
            </a:rPr>
            <a:t>4.The All Screen Iphone</a:t>
          </a:r>
        </a:p>
      </dgm:t>
    </dgm:pt>
    <dgm:pt modelId="{0CD877C2-2D93-4E0A-806D-69185AD72360}" type="parTrans" cxnId="{9C743A26-869E-49D6-9889-3855ABB2C72E}">
      <dgm:prSet/>
      <dgm:spPr/>
      <dgm:t>
        <a:bodyPr/>
        <a:lstStyle/>
        <a:p>
          <a:endParaRPr lang="en-US"/>
        </a:p>
      </dgm:t>
    </dgm:pt>
    <dgm:pt modelId="{B7E81742-C514-4277-99C8-582E7A70C81B}" type="sibTrans" cxnId="{9C743A26-869E-49D6-9889-3855ABB2C72E}">
      <dgm:prSet/>
      <dgm:spPr/>
      <dgm:t>
        <a:bodyPr/>
        <a:lstStyle/>
        <a:p>
          <a:endParaRPr lang="en-US"/>
        </a:p>
      </dgm:t>
    </dgm:pt>
    <dgm:pt modelId="{594EB7C7-B93F-42F5-B917-A7D2F5CC0111}">
      <dgm:prSet/>
      <dgm:spPr/>
      <dgm:t>
        <a:bodyPr/>
        <a:lstStyle/>
        <a:p>
          <a:pPr rtl="0"/>
          <a:r>
            <a:rPr lang="en-US" dirty="0">
              <a:latin typeface="+mj-lt"/>
            </a:rPr>
            <a:t>5.14 "  Laptop</a:t>
          </a:r>
        </a:p>
      </dgm:t>
    </dgm:pt>
    <dgm:pt modelId="{E923C749-0972-4ECD-8902-763317903483}" type="parTrans" cxnId="{127B86D1-2B44-4143-9169-AE889C668480}">
      <dgm:prSet/>
      <dgm:spPr/>
      <dgm:t>
        <a:bodyPr/>
        <a:lstStyle/>
        <a:p>
          <a:endParaRPr lang="en-US"/>
        </a:p>
      </dgm:t>
    </dgm:pt>
    <dgm:pt modelId="{F3C5C4D0-BAE0-4302-9EEE-8C43844701DE}" type="sibTrans" cxnId="{127B86D1-2B44-4143-9169-AE889C668480}">
      <dgm:prSet/>
      <dgm:spPr/>
      <dgm:t>
        <a:bodyPr/>
        <a:lstStyle/>
        <a:p>
          <a:endParaRPr lang="en-US"/>
        </a:p>
      </dgm:t>
    </dgm:pt>
    <dgm:pt modelId="{D3FDEBC7-5F96-4856-B5B8-F329C5629F4B}" type="pres">
      <dgm:prSet presAssocID="{E166882B-C221-4792-9FBF-FA8769CCD818}" presName="vert0" presStyleCnt="0">
        <dgm:presLayoutVars>
          <dgm:dir/>
          <dgm:animOne val="branch"/>
          <dgm:animLvl val="lvl"/>
        </dgm:presLayoutVars>
      </dgm:prSet>
      <dgm:spPr/>
    </dgm:pt>
    <dgm:pt modelId="{0CE0FD5F-EACA-4894-801A-56FC9CF990C8}" type="pres">
      <dgm:prSet presAssocID="{D4205288-02DA-4ADE-A3BB-32F2CA2467F4}" presName="thickLine" presStyleLbl="alignNode1" presStyleIdx="0" presStyleCnt="5"/>
      <dgm:spPr/>
    </dgm:pt>
    <dgm:pt modelId="{C8A8F72F-2E39-4B17-A008-7B5B94E0D940}" type="pres">
      <dgm:prSet presAssocID="{D4205288-02DA-4ADE-A3BB-32F2CA2467F4}" presName="horz1" presStyleCnt="0"/>
      <dgm:spPr/>
    </dgm:pt>
    <dgm:pt modelId="{3E16A7DC-7CE8-4178-95CA-0E3BD9A039F6}" type="pres">
      <dgm:prSet presAssocID="{D4205288-02DA-4ADE-A3BB-32F2CA2467F4}" presName="tx1" presStyleLbl="revTx" presStyleIdx="0" presStyleCnt="5"/>
      <dgm:spPr/>
    </dgm:pt>
    <dgm:pt modelId="{3FD9B45E-C6AB-49D7-8CE1-73A88CBA5FC0}" type="pres">
      <dgm:prSet presAssocID="{D4205288-02DA-4ADE-A3BB-32F2CA2467F4}" presName="vert1" presStyleCnt="0"/>
      <dgm:spPr/>
    </dgm:pt>
    <dgm:pt modelId="{34D9E9E8-D302-480C-8C0B-66D01434EFE3}" type="pres">
      <dgm:prSet presAssocID="{2302392A-F5DE-4347-A420-6192234A8AB0}" presName="thickLine" presStyleLbl="alignNode1" presStyleIdx="1" presStyleCnt="5"/>
      <dgm:spPr/>
    </dgm:pt>
    <dgm:pt modelId="{BF859FBB-F270-4F1B-9F54-2762E5EF0EAF}" type="pres">
      <dgm:prSet presAssocID="{2302392A-F5DE-4347-A420-6192234A8AB0}" presName="horz1" presStyleCnt="0"/>
      <dgm:spPr/>
    </dgm:pt>
    <dgm:pt modelId="{5FA38768-53E4-41D9-9BBA-EBE575AE5166}" type="pres">
      <dgm:prSet presAssocID="{2302392A-F5DE-4347-A420-6192234A8AB0}" presName="tx1" presStyleLbl="revTx" presStyleIdx="1" presStyleCnt="5"/>
      <dgm:spPr/>
    </dgm:pt>
    <dgm:pt modelId="{48B96865-1881-4C8C-B1B7-3EDF03B1F143}" type="pres">
      <dgm:prSet presAssocID="{2302392A-F5DE-4347-A420-6192234A8AB0}" presName="vert1" presStyleCnt="0"/>
      <dgm:spPr/>
    </dgm:pt>
    <dgm:pt modelId="{A067C816-A514-4FA6-AF6D-FA7636E985A7}" type="pres">
      <dgm:prSet presAssocID="{170DD2B6-FEF9-4DB9-B809-BF5BF2D6DE7D}" presName="thickLine" presStyleLbl="alignNode1" presStyleIdx="2" presStyleCnt="5"/>
      <dgm:spPr/>
    </dgm:pt>
    <dgm:pt modelId="{2518C594-EC13-43EC-B015-F2385E0D9D37}" type="pres">
      <dgm:prSet presAssocID="{170DD2B6-FEF9-4DB9-B809-BF5BF2D6DE7D}" presName="horz1" presStyleCnt="0"/>
      <dgm:spPr/>
    </dgm:pt>
    <dgm:pt modelId="{9E4D1626-7A99-4F66-BB13-658C8D592C26}" type="pres">
      <dgm:prSet presAssocID="{170DD2B6-FEF9-4DB9-B809-BF5BF2D6DE7D}" presName="tx1" presStyleLbl="revTx" presStyleIdx="2" presStyleCnt="5"/>
      <dgm:spPr/>
    </dgm:pt>
    <dgm:pt modelId="{A80A3E16-78A2-4D70-A048-27E243358819}" type="pres">
      <dgm:prSet presAssocID="{170DD2B6-FEF9-4DB9-B809-BF5BF2D6DE7D}" presName="vert1" presStyleCnt="0"/>
      <dgm:spPr/>
    </dgm:pt>
    <dgm:pt modelId="{50305C7B-3C09-483C-8AD7-48E0CE76CD48}" type="pres">
      <dgm:prSet presAssocID="{272B40AE-0FB0-499D-8E46-44E5D545DA68}" presName="thickLine" presStyleLbl="alignNode1" presStyleIdx="3" presStyleCnt="5"/>
      <dgm:spPr/>
    </dgm:pt>
    <dgm:pt modelId="{8551742A-CBF6-429D-8713-9569A239969E}" type="pres">
      <dgm:prSet presAssocID="{272B40AE-0FB0-499D-8E46-44E5D545DA68}" presName="horz1" presStyleCnt="0"/>
      <dgm:spPr/>
    </dgm:pt>
    <dgm:pt modelId="{A7AF9890-8AB7-4E67-828B-260CC24B36D8}" type="pres">
      <dgm:prSet presAssocID="{272B40AE-0FB0-499D-8E46-44E5D545DA68}" presName="tx1" presStyleLbl="revTx" presStyleIdx="3" presStyleCnt="5"/>
      <dgm:spPr/>
    </dgm:pt>
    <dgm:pt modelId="{AC733553-5CEC-4CE8-8101-BDEE226D6E23}" type="pres">
      <dgm:prSet presAssocID="{272B40AE-0FB0-499D-8E46-44E5D545DA68}" presName="vert1" presStyleCnt="0"/>
      <dgm:spPr/>
    </dgm:pt>
    <dgm:pt modelId="{AAB21D5F-9C44-4DEA-9F35-AFD81E0AEB2D}" type="pres">
      <dgm:prSet presAssocID="{594EB7C7-B93F-42F5-B917-A7D2F5CC0111}" presName="thickLine" presStyleLbl="alignNode1" presStyleIdx="4" presStyleCnt="5"/>
      <dgm:spPr/>
    </dgm:pt>
    <dgm:pt modelId="{550AB5B9-3A30-4FB5-9706-470E4F99AEF6}" type="pres">
      <dgm:prSet presAssocID="{594EB7C7-B93F-42F5-B917-A7D2F5CC0111}" presName="horz1" presStyleCnt="0"/>
      <dgm:spPr/>
    </dgm:pt>
    <dgm:pt modelId="{84CAB2CD-896B-4F70-A222-2DAC9F937B83}" type="pres">
      <dgm:prSet presAssocID="{594EB7C7-B93F-42F5-B917-A7D2F5CC0111}" presName="tx1" presStyleLbl="revTx" presStyleIdx="4" presStyleCnt="5"/>
      <dgm:spPr/>
    </dgm:pt>
    <dgm:pt modelId="{8D0F6795-185F-4724-B804-0D126486044E}" type="pres">
      <dgm:prSet presAssocID="{594EB7C7-B93F-42F5-B917-A7D2F5CC0111}" presName="vert1" presStyleCnt="0"/>
      <dgm:spPr/>
    </dgm:pt>
  </dgm:ptLst>
  <dgm:cxnLst>
    <dgm:cxn modelId="{9C743A26-869E-49D6-9889-3855ABB2C72E}" srcId="{E166882B-C221-4792-9FBF-FA8769CCD818}" destId="{272B40AE-0FB0-499D-8E46-44E5D545DA68}" srcOrd="3" destOrd="0" parTransId="{0CD877C2-2D93-4E0A-806D-69185AD72360}" sibTransId="{B7E81742-C514-4277-99C8-582E7A70C81B}"/>
    <dgm:cxn modelId="{AE13C027-1DAE-4D7A-9CB1-373195BD46A0}" srcId="{E166882B-C221-4792-9FBF-FA8769CCD818}" destId="{D4205288-02DA-4ADE-A3BB-32F2CA2467F4}" srcOrd="0" destOrd="0" parTransId="{58034C7B-D768-4A01-838C-1DECFBA56F3F}" sibTransId="{AB85F19E-CD19-49F8-8CF2-BD590A8FCAA7}"/>
    <dgm:cxn modelId="{7D3FEA33-60A0-4603-A20D-32D30CC6FF2E}" type="presOf" srcId="{272B40AE-0FB0-499D-8E46-44E5D545DA68}" destId="{A7AF9890-8AB7-4E67-828B-260CC24B36D8}" srcOrd="0" destOrd="0" presId="urn:microsoft.com/office/officeart/2008/layout/LinedList"/>
    <dgm:cxn modelId="{D5654938-EBEC-4B19-959A-AEFB249CB4F8}" srcId="{E166882B-C221-4792-9FBF-FA8769CCD818}" destId="{170DD2B6-FEF9-4DB9-B809-BF5BF2D6DE7D}" srcOrd="2" destOrd="0" parTransId="{98C80876-25E5-4A21-94CE-4431CD8642ED}" sibTransId="{007382B1-BB4F-45EF-BFC8-0BE6D77FBC3A}"/>
    <dgm:cxn modelId="{811A6364-D7B3-4CF9-A79A-7D5EED251792}" type="presOf" srcId="{D4205288-02DA-4ADE-A3BB-32F2CA2467F4}" destId="{3E16A7DC-7CE8-4178-95CA-0E3BD9A039F6}" srcOrd="0" destOrd="0" presId="urn:microsoft.com/office/officeart/2008/layout/LinedList"/>
    <dgm:cxn modelId="{D7E9AB73-99A3-49E8-AAEB-5EB06F86E763}" type="presOf" srcId="{170DD2B6-FEF9-4DB9-B809-BF5BF2D6DE7D}" destId="{9E4D1626-7A99-4F66-BB13-658C8D592C26}" srcOrd="0" destOrd="0" presId="urn:microsoft.com/office/officeart/2008/layout/LinedList"/>
    <dgm:cxn modelId="{77621657-6796-45CD-BB82-E921B6935671}" srcId="{E166882B-C221-4792-9FBF-FA8769CCD818}" destId="{2302392A-F5DE-4347-A420-6192234A8AB0}" srcOrd="1" destOrd="0" parTransId="{8DF3824D-CFFB-4AFE-85BF-19CA75D6A3DB}" sibTransId="{3F6F4347-805F-4E1B-9D27-075FC27DAA5E}"/>
    <dgm:cxn modelId="{4BCB77AE-D151-439E-AE10-66B330D0CD3C}" type="presOf" srcId="{2302392A-F5DE-4347-A420-6192234A8AB0}" destId="{5FA38768-53E4-41D9-9BBA-EBE575AE5166}" srcOrd="0" destOrd="0" presId="urn:microsoft.com/office/officeart/2008/layout/LinedList"/>
    <dgm:cxn modelId="{545758B0-9F70-45AD-856C-DD9B627D1AFC}" type="presOf" srcId="{E166882B-C221-4792-9FBF-FA8769CCD818}" destId="{D3FDEBC7-5F96-4856-B5B8-F329C5629F4B}" srcOrd="0" destOrd="0" presId="urn:microsoft.com/office/officeart/2008/layout/LinedList"/>
    <dgm:cxn modelId="{F14E9DBB-CD8F-46AD-A854-EDF3C11F7800}" type="presOf" srcId="{594EB7C7-B93F-42F5-B917-A7D2F5CC0111}" destId="{84CAB2CD-896B-4F70-A222-2DAC9F937B83}" srcOrd="0" destOrd="0" presId="urn:microsoft.com/office/officeart/2008/layout/LinedList"/>
    <dgm:cxn modelId="{127B86D1-2B44-4143-9169-AE889C668480}" srcId="{E166882B-C221-4792-9FBF-FA8769CCD818}" destId="{594EB7C7-B93F-42F5-B917-A7D2F5CC0111}" srcOrd="4" destOrd="0" parTransId="{E923C749-0972-4ECD-8902-763317903483}" sibTransId="{F3C5C4D0-BAE0-4302-9EEE-8C43844701DE}"/>
    <dgm:cxn modelId="{344DB9C3-72D2-415B-8A19-63A94374CB8D}" type="presParOf" srcId="{D3FDEBC7-5F96-4856-B5B8-F329C5629F4B}" destId="{0CE0FD5F-EACA-4894-801A-56FC9CF990C8}" srcOrd="0" destOrd="0" presId="urn:microsoft.com/office/officeart/2008/layout/LinedList"/>
    <dgm:cxn modelId="{937A8D49-36BE-472F-B049-CD0ADEE6A676}" type="presParOf" srcId="{D3FDEBC7-5F96-4856-B5B8-F329C5629F4B}" destId="{C8A8F72F-2E39-4B17-A008-7B5B94E0D940}" srcOrd="1" destOrd="0" presId="urn:microsoft.com/office/officeart/2008/layout/LinedList"/>
    <dgm:cxn modelId="{1DCD5ACE-0F59-451C-B08D-9F91128B8A5D}" type="presParOf" srcId="{C8A8F72F-2E39-4B17-A008-7B5B94E0D940}" destId="{3E16A7DC-7CE8-4178-95CA-0E3BD9A039F6}" srcOrd="0" destOrd="0" presId="urn:microsoft.com/office/officeart/2008/layout/LinedList"/>
    <dgm:cxn modelId="{9D66AB4A-4C81-496B-8E5F-498DB41AFB08}" type="presParOf" srcId="{C8A8F72F-2E39-4B17-A008-7B5B94E0D940}" destId="{3FD9B45E-C6AB-49D7-8CE1-73A88CBA5FC0}" srcOrd="1" destOrd="0" presId="urn:microsoft.com/office/officeart/2008/layout/LinedList"/>
    <dgm:cxn modelId="{84C2E67D-89CC-4385-BC60-12472D4C3AA4}" type="presParOf" srcId="{D3FDEBC7-5F96-4856-B5B8-F329C5629F4B}" destId="{34D9E9E8-D302-480C-8C0B-66D01434EFE3}" srcOrd="2" destOrd="0" presId="urn:microsoft.com/office/officeart/2008/layout/LinedList"/>
    <dgm:cxn modelId="{11F67F51-DA09-453E-B9ED-B39F031777C5}" type="presParOf" srcId="{D3FDEBC7-5F96-4856-B5B8-F329C5629F4B}" destId="{BF859FBB-F270-4F1B-9F54-2762E5EF0EAF}" srcOrd="3" destOrd="0" presId="urn:microsoft.com/office/officeart/2008/layout/LinedList"/>
    <dgm:cxn modelId="{14F3BAE7-2E72-4063-AECC-4F3E5EB80014}" type="presParOf" srcId="{BF859FBB-F270-4F1B-9F54-2762E5EF0EAF}" destId="{5FA38768-53E4-41D9-9BBA-EBE575AE5166}" srcOrd="0" destOrd="0" presId="urn:microsoft.com/office/officeart/2008/layout/LinedList"/>
    <dgm:cxn modelId="{EB03052E-091A-4B11-8CE8-692717517422}" type="presParOf" srcId="{BF859FBB-F270-4F1B-9F54-2762E5EF0EAF}" destId="{48B96865-1881-4C8C-B1B7-3EDF03B1F143}" srcOrd="1" destOrd="0" presId="urn:microsoft.com/office/officeart/2008/layout/LinedList"/>
    <dgm:cxn modelId="{D6F7ACEC-768E-4644-A20F-980745BBD74F}" type="presParOf" srcId="{D3FDEBC7-5F96-4856-B5B8-F329C5629F4B}" destId="{A067C816-A514-4FA6-AF6D-FA7636E985A7}" srcOrd="4" destOrd="0" presId="urn:microsoft.com/office/officeart/2008/layout/LinedList"/>
    <dgm:cxn modelId="{A956FF53-36FB-4E1C-B252-9124DD05BFDB}" type="presParOf" srcId="{D3FDEBC7-5F96-4856-B5B8-F329C5629F4B}" destId="{2518C594-EC13-43EC-B015-F2385E0D9D37}" srcOrd="5" destOrd="0" presId="urn:microsoft.com/office/officeart/2008/layout/LinedList"/>
    <dgm:cxn modelId="{D8701277-86BD-44F0-9029-58008C0A0599}" type="presParOf" srcId="{2518C594-EC13-43EC-B015-F2385E0D9D37}" destId="{9E4D1626-7A99-4F66-BB13-658C8D592C26}" srcOrd="0" destOrd="0" presId="urn:microsoft.com/office/officeart/2008/layout/LinedList"/>
    <dgm:cxn modelId="{A716C3A0-E7AC-4390-9381-EFC688E98D24}" type="presParOf" srcId="{2518C594-EC13-43EC-B015-F2385E0D9D37}" destId="{A80A3E16-78A2-4D70-A048-27E243358819}" srcOrd="1" destOrd="0" presId="urn:microsoft.com/office/officeart/2008/layout/LinedList"/>
    <dgm:cxn modelId="{223681FE-A829-4013-88FF-37FDB2F13907}" type="presParOf" srcId="{D3FDEBC7-5F96-4856-B5B8-F329C5629F4B}" destId="{50305C7B-3C09-483C-8AD7-48E0CE76CD48}" srcOrd="6" destOrd="0" presId="urn:microsoft.com/office/officeart/2008/layout/LinedList"/>
    <dgm:cxn modelId="{81D21B95-9156-499D-B317-83591F291315}" type="presParOf" srcId="{D3FDEBC7-5F96-4856-B5B8-F329C5629F4B}" destId="{8551742A-CBF6-429D-8713-9569A239969E}" srcOrd="7" destOrd="0" presId="urn:microsoft.com/office/officeart/2008/layout/LinedList"/>
    <dgm:cxn modelId="{52129E05-2914-441F-B2BD-64ACB655C2A4}" type="presParOf" srcId="{8551742A-CBF6-429D-8713-9569A239969E}" destId="{A7AF9890-8AB7-4E67-828B-260CC24B36D8}" srcOrd="0" destOrd="0" presId="urn:microsoft.com/office/officeart/2008/layout/LinedList"/>
    <dgm:cxn modelId="{145D106F-1D0B-475C-9FA2-650DBEB57C49}" type="presParOf" srcId="{8551742A-CBF6-429D-8713-9569A239969E}" destId="{AC733553-5CEC-4CE8-8101-BDEE226D6E23}" srcOrd="1" destOrd="0" presId="urn:microsoft.com/office/officeart/2008/layout/LinedList"/>
    <dgm:cxn modelId="{50A6E1E3-9426-457D-B094-C94CA435ACDB}" type="presParOf" srcId="{D3FDEBC7-5F96-4856-B5B8-F329C5629F4B}" destId="{AAB21D5F-9C44-4DEA-9F35-AFD81E0AEB2D}" srcOrd="8" destOrd="0" presId="urn:microsoft.com/office/officeart/2008/layout/LinedList"/>
    <dgm:cxn modelId="{3E8FC6D1-7036-4A0D-B0EA-B18A65ABEABC}" type="presParOf" srcId="{D3FDEBC7-5F96-4856-B5B8-F329C5629F4B}" destId="{550AB5B9-3A30-4FB5-9706-470E4F99AEF6}" srcOrd="9" destOrd="0" presId="urn:microsoft.com/office/officeart/2008/layout/LinedList"/>
    <dgm:cxn modelId="{E52D84B4-C8AC-4CAA-A67E-20E8AADD294A}" type="presParOf" srcId="{550AB5B9-3A30-4FB5-9706-470E4F99AEF6}" destId="{84CAB2CD-896B-4F70-A222-2DAC9F937B83}" srcOrd="0" destOrd="0" presId="urn:microsoft.com/office/officeart/2008/layout/LinedList"/>
    <dgm:cxn modelId="{E72C47C4-CD69-4E64-914D-04CF0F48493A}" type="presParOf" srcId="{550AB5B9-3A30-4FB5-9706-470E4F99AEF6}" destId="{8D0F6795-185F-4724-B804-0D12648604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6A6A44-0839-4AF7-8418-C7F534368B2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F3421C-ABBE-4116-97FF-3E5DF1220CF8}">
      <dgm:prSet/>
      <dgm:spPr/>
      <dgm:t>
        <a:bodyPr/>
        <a:lstStyle/>
        <a:p>
          <a:r>
            <a:rPr lang="zh-TW" dirty="0"/>
            <a:t>1.</a:t>
          </a:r>
          <a:r>
            <a:rPr lang="en-US" altLang="zh-TW" dirty="0">
              <a:latin typeface="Posterama"/>
            </a:rPr>
            <a:t>Safari</a:t>
          </a:r>
          <a:endParaRPr lang="en-US" dirty="0"/>
        </a:p>
      </dgm:t>
    </dgm:pt>
    <dgm:pt modelId="{5E028600-7A9C-4CDD-8CFA-739C291013C0}" type="parTrans" cxnId="{BAFB3972-D149-4FCF-9079-E7B2E350587F}">
      <dgm:prSet/>
      <dgm:spPr/>
      <dgm:t>
        <a:bodyPr/>
        <a:lstStyle/>
        <a:p>
          <a:endParaRPr lang="en-US"/>
        </a:p>
      </dgm:t>
    </dgm:pt>
    <dgm:pt modelId="{2CE24F97-A7BE-4311-8D84-D6E67E4DEC8E}" type="sibTrans" cxnId="{BAFB3972-D149-4FCF-9079-E7B2E350587F}">
      <dgm:prSet/>
      <dgm:spPr/>
      <dgm:t>
        <a:bodyPr/>
        <a:lstStyle/>
        <a:p>
          <a:endParaRPr lang="en-US"/>
        </a:p>
      </dgm:t>
    </dgm:pt>
    <dgm:pt modelId="{846337F3-F573-462D-8318-8978B1B16FF4}">
      <dgm:prSet/>
      <dgm:spPr/>
      <dgm:t>
        <a:bodyPr/>
        <a:lstStyle/>
        <a:p>
          <a:r>
            <a:rPr lang="zh-TW" dirty="0"/>
            <a:t>2.</a:t>
          </a:r>
          <a:r>
            <a:rPr lang="en-US" altLang="zh-TW" dirty="0">
              <a:latin typeface="Posterama"/>
            </a:rPr>
            <a:t>Chrome</a:t>
          </a:r>
          <a:endParaRPr lang="en-US" dirty="0"/>
        </a:p>
      </dgm:t>
    </dgm:pt>
    <dgm:pt modelId="{E9DDD12B-4FA4-470D-9914-E448CF4ECA46}" type="parTrans" cxnId="{6B430620-C6FA-4255-AF37-5462D2BC8168}">
      <dgm:prSet/>
      <dgm:spPr/>
      <dgm:t>
        <a:bodyPr/>
        <a:lstStyle/>
        <a:p>
          <a:endParaRPr lang="en-US"/>
        </a:p>
      </dgm:t>
    </dgm:pt>
    <dgm:pt modelId="{9B1B2ACF-A4EF-45C3-8865-E61B1606210E}" type="sibTrans" cxnId="{6B430620-C6FA-4255-AF37-5462D2BC8168}">
      <dgm:prSet/>
      <dgm:spPr/>
      <dgm:t>
        <a:bodyPr/>
        <a:lstStyle/>
        <a:p>
          <a:endParaRPr lang="en-US"/>
        </a:p>
      </dgm:t>
    </dgm:pt>
    <dgm:pt modelId="{16DECBCC-7A64-4AC5-83F1-1103E5BA7116}">
      <dgm:prSet/>
      <dgm:spPr/>
      <dgm:t>
        <a:bodyPr/>
        <a:lstStyle/>
        <a:p>
          <a:pPr rtl="0"/>
          <a:r>
            <a:rPr lang="zh-TW" dirty="0"/>
            <a:t>3.</a:t>
          </a:r>
          <a:r>
            <a:rPr lang="en-US" altLang="zh-TW" dirty="0">
              <a:latin typeface="Posterama"/>
            </a:rPr>
            <a:t>Microsoft</a:t>
          </a:r>
          <a:r>
            <a:rPr lang="zh-TW" altLang="en-US" dirty="0">
              <a:latin typeface="Posterama"/>
            </a:rPr>
            <a:t> E</a:t>
          </a:r>
          <a:r>
            <a:rPr lang="en-US" altLang="zh-TW" dirty="0">
              <a:latin typeface="Posterama"/>
            </a:rPr>
            <a:t>dge</a:t>
          </a:r>
          <a:r>
            <a:rPr lang="zh-TW" dirty="0"/>
            <a:t> </a:t>
          </a:r>
          <a:endParaRPr lang="en-US" dirty="0"/>
        </a:p>
      </dgm:t>
    </dgm:pt>
    <dgm:pt modelId="{13772D1E-2ABD-47E2-BF76-F7388B6B0EDF}" type="parTrans" cxnId="{DA8D6669-8813-43BA-AFD6-85E5C65FC422}">
      <dgm:prSet/>
      <dgm:spPr/>
      <dgm:t>
        <a:bodyPr/>
        <a:lstStyle/>
        <a:p>
          <a:endParaRPr lang="en-US"/>
        </a:p>
      </dgm:t>
    </dgm:pt>
    <dgm:pt modelId="{1B00D8D2-D7FE-4A5C-9EE2-A29967252B09}" type="sibTrans" cxnId="{DA8D6669-8813-43BA-AFD6-85E5C65FC422}">
      <dgm:prSet/>
      <dgm:spPr/>
      <dgm:t>
        <a:bodyPr/>
        <a:lstStyle/>
        <a:p>
          <a:endParaRPr lang="en-US"/>
        </a:p>
      </dgm:t>
    </dgm:pt>
    <dgm:pt modelId="{A16DC125-2903-478B-B3F7-09BC9C01B702}">
      <dgm:prSet/>
      <dgm:spPr/>
      <dgm:t>
        <a:bodyPr/>
        <a:lstStyle/>
        <a:p>
          <a:pPr rtl="0"/>
          <a:r>
            <a:rPr lang="zh-TW" dirty="0"/>
            <a:t>4.</a:t>
          </a:r>
          <a:r>
            <a:rPr lang="en-US" altLang="zh-TW" dirty="0">
              <a:latin typeface="Posterama"/>
            </a:rPr>
            <a:t>Samsung</a:t>
          </a:r>
          <a:r>
            <a:rPr lang="zh-TW" altLang="en-US" dirty="0">
              <a:latin typeface="Posterama"/>
            </a:rPr>
            <a:t> B</a:t>
          </a:r>
          <a:r>
            <a:rPr lang="en-US" altLang="zh-TW" dirty="0">
              <a:latin typeface="Posterama"/>
            </a:rPr>
            <a:t>rowser</a:t>
          </a:r>
          <a:endParaRPr lang="en-US" dirty="0"/>
        </a:p>
      </dgm:t>
    </dgm:pt>
    <dgm:pt modelId="{24917BAE-1ABA-4AE4-8D78-3462FE9CFE2A}" type="parTrans" cxnId="{7CF9CB33-FABE-4A0B-938B-41A6BF51D502}">
      <dgm:prSet/>
      <dgm:spPr/>
      <dgm:t>
        <a:bodyPr/>
        <a:lstStyle/>
        <a:p>
          <a:endParaRPr lang="en-US"/>
        </a:p>
      </dgm:t>
    </dgm:pt>
    <dgm:pt modelId="{6CA4E911-BFB1-4416-BAE6-B8B7CA87F0D2}" type="sibTrans" cxnId="{7CF9CB33-FABE-4A0B-938B-41A6BF51D502}">
      <dgm:prSet/>
      <dgm:spPr/>
      <dgm:t>
        <a:bodyPr/>
        <a:lstStyle/>
        <a:p>
          <a:endParaRPr lang="en-US"/>
        </a:p>
      </dgm:t>
    </dgm:pt>
    <dgm:pt modelId="{FB28F20B-BBF5-4CC5-83D4-EB270DF9E955}" type="pres">
      <dgm:prSet presAssocID="{256A6A44-0839-4AF7-8418-C7F534368B29}" presName="vert0" presStyleCnt="0">
        <dgm:presLayoutVars>
          <dgm:dir/>
          <dgm:animOne val="branch"/>
          <dgm:animLvl val="lvl"/>
        </dgm:presLayoutVars>
      </dgm:prSet>
      <dgm:spPr/>
    </dgm:pt>
    <dgm:pt modelId="{437F6269-67D0-4378-8B98-EE95062DA87F}" type="pres">
      <dgm:prSet presAssocID="{30F3421C-ABBE-4116-97FF-3E5DF1220CF8}" presName="thickLine" presStyleLbl="alignNode1" presStyleIdx="0" presStyleCnt="4"/>
      <dgm:spPr/>
    </dgm:pt>
    <dgm:pt modelId="{5217342A-D874-497D-B25E-32F71F695FB6}" type="pres">
      <dgm:prSet presAssocID="{30F3421C-ABBE-4116-97FF-3E5DF1220CF8}" presName="horz1" presStyleCnt="0"/>
      <dgm:spPr/>
    </dgm:pt>
    <dgm:pt modelId="{95FA54CB-BA29-4FF1-B1C5-A68F74E55E4E}" type="pres">
      <dgm:prSet presAssocID="{30F3421C-ABBE-4116-97FF-3E5DF1220CF8}" presName="tx1" presStyleLbl="revTx" presStyleIdx="0" presStyleCnt="4"/>
      <dgm:spPr/>
    </dgm:pt>
    <dgm:pt modelId="{F5BFD24B-735D-4241-AEED-582117741ED6}" type="pres">
      <dgm:prSet presAssocID="{30F3421C-ABBE-4116-97FF-3E5DF1220CF8}" presName="vert1" presStyleCnt="0"/>
      <dgm:spPr/>
    </dgm:pt>
    <dgm:pt modelId="{B515B0E7-B4A8-4B9A-9727-4E618E7D8EFB}" type="pres">
      <dgm:prSet presAssocID="{846337F3-F573-462D-8318-8978B1B16FF4}" presName="thickLine" presStyleLbl="alignNode1" presStyleIdx="1" presStyleCnt="4"/>
      <dgm:spPr/>
    </dgm:pt>
    <dgm:pt modelId="{333D3325-D824-4FBF-8F58-160E54002CEC}" type="pres">
      <dgm:prSet presAssocID="{846337F3-F573-462D-8318-8978B1B16FF4}" presName="horz1" presStyleCnt="0"/>
      <dgm:spPr/>
    </dgm:pt>
    <dgm:pt modelId="{70948249-EEC1-40FF-BB7C-867D72AB5D0F}" type="pres">
      <dgm:prSet presAssocID="{846337F3-F573-462D-8318-8978B1B16FF4}" presName="tx1" presStyleLbl="revTx" presStyleIdx="1" presStyleCnt="4"/>
      <dgm:spPr/>
    </dgm:pt>
    <dgm:pt modelId="{0A2D87C5-AD70-4557-8CE8-D201365F6DDD}" type="pres">
      <dgm:prSet presAssocID="{846337F3-F573-462D-8318-8978B1B16FF4}" presName="vert1" presStyleCnt="0"/>
      <dgm:spPr/>
    </dgm:pt>
    <dgm:pt modelId="{C72540BF-E22E-4169-82B9-F437C6EC1D42}" type="pres">
      <dgm:prSet presAssocID="{16DECBCC-7A64-4AC5-83F1-1103E5BA7116}" presName="thickLine" presStyleLbl="alignNode1" presStyleIdx="2" presStyleCnt="4"/>
      <dgm:spPr/>
    </dgm:pt>
    <dgm:pt modelId="{6598F381-924C-4719-8CEF-8F3813AA77FB}" type="pres">
      <dgm:prSet presAssocID="{16DECBCC-7A64-4AC5-83F1-1103E5BA7116}" presName="horz1" presStyleCnt="0"/>
      <dgm:spPr/>
    </dgm:pt>
    <dgm:pt modelId="{8AFD3F94-5EE4-4C47-90B7-74C9FA0EF9BB}" type="pres">
      <dgm:prSet presAssocID="{16DECBCC-7A64-4AC5-83F1-1103E5BA7116}" presName="tx1" presStyleLbl="revTx" presStyleIdx="2" presStyleCnt="4"/>
      <dgm:spPr/>
    </dgm:pt>
    <dgm:pt modelId="{5C0F6982-1C9D-4CDF-8674-E3F545DE76FF}" type="pres">
      <dgm:prSet presAssocID="{16DECBCC-7A64-4AC5-83F1-1103E5BA7116}" presName="vert1" presStyleCnt="0"/>
      <dgm:spPr/>
    </dgm:pt>
    <dgm:pt modelId="{669E16F3-774B-44E3-AEBE-C1A266CB13ED}" type="pres">
      <dgm:prSet presAssocID="{A16DC125-2903-478B-B3F7-09BC9C01B702}" presName="thickLine" presStyleLbl="alignNode1" presStyleIdx="3" presStyleCnt="4"/>
      <dgm:spPr/>
    </dgm:pt>
    <dgm:pt modelId="{FAB7732E-EBC3-431B-8059-9D6454E1B90C}" type="pres">
      <dgm:prSet presAssocID="{A16DC125-2903-478B-B3F7-09BC9C01B702}" presName="horz1" presStyleCnt="0"/>
      <dgm:spPr/>
    </dgm:pt>
    <dgm:pt modelId="{74366398-1952-4E85-A81C-DA5165C8B276}" type="pres">
      <dgm:prSet presAssocID="{A16DC125-2903-478B-B3F7-09BC9C01B702}" presName="tx1" presStyleLbl="revTx" presStyleIdx="3" presStyleCnt="4"/>
      <dgm:spPr/>
    </dgm:pt>
    <dgm:pt modelId="{E9575E76-F363-453E-B588-803FE2685912}" type="pres">
      <dgm:prSet presAssocID="{A16DC125-2903-478B-B3F7-09BC9C01B702}" presName="vert1" presStyleCnt="0"/>
      <dgm:spPr/>
    </dgm:pt>
  </dgm:ptLst>
  <dgm:cxnLst>
    <dgm:cxn modelId="{88C29814-3615-4454-AB0C-965B6048CF6A}" type="presOf" srcId="{A16DC125-2903-478B-B3F7-09BC9C01B702}" destId="{74366398-1952-4E85-A81C-DA5165C8B276}" srcOrd="0" destOrd="0" presId="urn:microsoft.com/office/officeart/2008/layout/LinedList"/>
    <dgm:cxn modelId="{6B430620-C6FA-4255-AF37-5462D2BC8168}" srcId="{256A6A44-0839-4AF7-8418-C7F534368B29}" destId="{846337F3-F573-462D-8318-8978B1B16FF4}" srcOrd="1" destOrd="0" parTransId="{E9DDD12B-4FA4-470D-9914-E448CF4ECA46}" sibTransId="{9B1B2ACF-A4EF-45C3-8865-E61B1606210E}"/>
    <dgm:cxn modelId="{7CF9CB33-FABE-4A0B-938B-41A6BF51D502}" srcId="{256A6A44-0839-4AF7-8418-C7F534368B29}" destId="{A16DC125-2903-478B-B3F7-09BC9C01B702}" srcOrd="3" destOrd="0" parTransId="{24917BAE-1ABA-4AE4-8D78-3462FE9CFE2A}" sibTransId="{6CA4E911-BFB1-4416-BAE6-B8B7CA87F0D2}"/>
    <dgm:cxn modelId="{DA8D6669-8813-43BA-AFD6-85E5C65FC422}" srcId="{256A6A44-0839-4AF7-8418-C7F534368B29}" destId="{16DECBCC-7A64-4AC5-83F1-1103E5BA7116}" srcOrd="2" destOrd="0" parTransId="{13772D1E-2ABD-47E2-BF76-F7388B6B0EDF}" sibTransId="{1B00D8D2-D7FE-4A5C-9EE2-A29967252B09}"/>
    <dgm:cxn modelId="{BAFB3972-D149-4FCF-9079-E7B2E350587F}" srcId="{256A6A44-0839-4AF7-8418-C7F534368B29}" destId="{30F3421C-ABBE-4116-97FF-3E5DF1220CF8}" srcOrd="0" destOrd="0" parTransId="{5E028600-7A9C-4CDD-8CFA-739C291013C0}" sibTransId="{2CE24F97-A7BE-4311-8D84-D6E67E4DEC8E}"/>
    <dgm:cxn modelId="{159CCF73-C1F2-415F-B761-9C068E34B6F0}" type="presOf" srcId="{256A6A44-0839-4AF7-8418-C7F534368B29}" destId="{FB28F20B-BBF5-4CC5-83D4-EB270DF9E955}" srcOrd="0" destOrd="0" presId="urn:microsoft.com/office/officeart/2008/layout/LinedList"/>
    <dgm:cxn modelId="{57B5E2D7-A561-4129-AB5E-4580E88B5899}" type="presOf" srcId="{16DECBCC-7A64-4AC5-83F1-1103E5BA7116}" destId="{8AFD3F94-5EE4-4C47-90B7-74C9FA0EF9BB}" srcOrd="0" destOrd="0" presId="urn:microsoft.com/office/officeart/2008/layout/LinedList"/>
    <dgm:cxn modelId="{5611F3F6-21E8-4917-B99F-5704A0B53FC2}" type="presOf" srcId="{846337F3-F573-462D-8318-8978B1B16FF4}" destId="{70948249-EEC1-40FF-BB7C-867D72AB5D0F}" srcOrd="0" destOrd="0" presId="urn:microsoft.com/office/officeart/2008/layout/LinedList"/>
    <dgm:cxn modelId="{FFFC03FF-A4AC-44CE-BA3C-6FECFF1599DC}" type="presOf" srcId="{30F3421C-ABBE-4116-97FF-3E5DF1220CF8}" destId="{95FA54CB-BA29-4FF1-B1C5-A68F74E55E4E}" srcOrd="0" destOrd="0" presId="urn:microsoft.com/office/officeart/2008/layout/LinedList"/>
    <dgm:cxn modelId="{6422422E-1BBB-4AF8-AAA8-4D22F4423ECB}" type="presParOf" srcId="{FB28F20B-BBF5-4CC5-83D4-EB270DF9E955}" destId="{437F6269-67D0-4378-8B98-EE95062DA87F}" srcOrd="0" destOrd="0" presId="urn:microsoft.com/office/officeart/2008/layout/LinedList"/>
    <dgm:cxn modelId="{469FFE76-BA06-4377-A5D3-BF2CA4644C6A}" type="presParOf" srcId="{FB28F20B-BBF5-4CC5-83D4-EB270DF9E955}" destId="{5217342A-D874-497D-B25E-32F71F695FB6}" srcOrd="1" destOrd="0" presId="urn:microsoft.com/office/officeart/2008/layout/LinedList"/>
    <dgm:cxn modelId="{451A0A24-F84F-4998-8E9E-74073774C208}" type="presParOf" srcId="{5217342A-D874-497D-B25E-32F71F695FB6}" destId="{95FA54CB-BA29-4FF1-B1C5-A68F74E55E4E}" srcOrd="0" destOrd="0" presId="urn:microsoft.com/office/officeart/2008/layout/LinedList"/>
    <dgm:cxn modelId="{A86C83BB-3623-4E89-8D95-E1804A3E6369}" type="presParOf" srcId="{5217342A-D874-497D-B25E-32F71F695FB6}" destId="{F5BFD24B-735D-4241-AEED-582117741ED6}" srcOrd="1" destOrd="0" presId="urn:microsoft.com/office/officeart/2008/layout/LinedList"/>
    <dgm:cxn modelId="{051C6686-B414-4B49-A94D-D73FDCB4BE77}" type="presParOf" srcId="{FB28F20B-BBF5-4CC5-83D4-EB270DF9E955}" destId="{B515B0E7-B4A8-4B9A-9727-4E618E7D8EFB}" srcOrd="2" destOrd="0" presId="urn:microsoft.com/office/officeart/2008/layout/LinedList"/>
    <dgm:cxn modelId="{8B0EC0D7-4074-4138-B635-74479888CDFD}" type="presParOf" srcId="{FB28F20B-BBF5-4CC5-83D4-EB270DF9E955}" destId="{333D3325-D824-4FBF-8F58-160E54002CEC}" srcOrd="3" destOrd="0" presId="urn:microsoft.com/office/officeart/2008/layout/LinedList"/>
    <dgm:cxn modelId="{5F06BA05-DD88-45D4-B9AF-4CC2087B531E}" type="presParOf" srcId="{333D3325-D824-4FBF-8F58-160E54002CEC}" destId="{70948249-EEC1-40FF-BB7C-867D72AB5D0F}" srcOrd="0" destOrd="0" presId="urn:microsoft.com/office/officeart/2008/layout/LinedList"/>
    <dgm:cxn modelId="{44D9E207-52DB-4C04-A8B1-029A636EA996}" type="presParOf" srcId="{333D3325-D824-4FBF-8F58-160E54002CEC}" destId="{0A2D87C5-AD70-4557-8CE8-D201365F6DDD}" srcOrd="1" destOrd="0" presId="urn:microsoft.com/office/officeart/2008/layout/LinedList"/>
    <dgm:cxn modelId="{5050DFF4-807F-463F-A9F4-7B9A727A42E4}" type="presParOf" srcId="{FB28F20B-BBF5-4CC5-83D4-EB270DF9E955}" destId="{C72540BF-E22E-4169-82B9-F437C6EC1D42}" srcOrd="4" destOrd="0" presId="urn:microsoft.com/office/officeart/2008/layout/LinedList"/>
    <dgm:cxn modelId="{BEE49FA0-4DBF-4E82-8907-331CC6CE240A}" type="presParOf" srcId="{FB28F20B-BBF5-4CC5-83D4-EB270DF9E955}" destId="{6598F381-924C-4719-8CEF-8F3813AA77FB}" srcOrd="5" destOrd="0" presId="urn:microsoft.com/office/officeart/2008/layout/LinedList"/>
    <dgm:cxn modelId="{8742DDF3-21CB-4C32-84C0-5EDADA0B56BC}" type="presParOf" srcId="{6598F381-924C-4719-8CEF-8F3813AA77FB}" destId="{8AFD3F94-5EE4-4C47-90B7-74C9FA0EF9BB}" srcOrd="0" destOrd="0" presId="urn:microsoft.com/office/officeart/2008/layout/LinedList"/>
    <dgm:cxn modelId="{4AE3B72B-2CCF-4AF2-A39D-A1F2D8A830F6}" type="presParOf" srcId="{6598F381-924C-4719-8CEF-8F3813AA77FB}" destId="{5C0F6982-1C9D-4CDF-8674-E3F545DE76FF}" srcOrd="1" destOrd="0" presId="urn:microsoft.com/office/officeart/2008/layout/LinedList"/>
    <dgm:cxn modelId="{E288542D-9F23-457A-9A5D-02F184863821}" type="presParOf" srcId="{FB28F20B-BBF5-4CC5-83D4-EB270DF9E955}" destId="{669E16F3-774B-44E3-AEBE-C1A266CB13ED}" srcOrd="6" destOrd="0" presId="urn:microsoft.com/office/officeart/2008/layout/LinedList"/>
    <dgm:cxn modelId="{B774BD16-9E6B-487C-B26A-55541814D715}" type="presParOf" srcId="{FB28F20B-BBF5-4CC5-83D4-EB270DF9E955}" destId="{FAB7732E-EBC3-431B-8059-9D6454E1B90C}" srcOrd="7" destOrd="0" presId="urn:microsoft.com/office/officeart/2008/layout/LinedList"/>
    <dgm:cxn modelId="{667BAA41-5B00-4148-87B7-6B3AB80FC1B1}" type="presParOf" srcId="{FAB7732E-EBC3-431B-8059-9D6454E1B90C}" destId="{74366398-1952-4E85-A81C-DA5165C8B276}" srcOrd="0" destOrd="0" presId="urn:microsoft.com/office/officeart/2008/layout/LinedList"/>
    <dgm:cxn modelId="{82090C80-B517-4560-9E82-39C0E19959F1}" type="presParOf" srcId="{FAB7732E-EBC3-431B-8059-9D6454E1B90C}" destId="{E9575E76-F363-453E-B588-803FE26859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572D19-D4AD-42B5-AC5B-A0153D0603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0B358F-23F7-4335-86EE-912B1924FB2C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zh-CN"/>
            <a:t>成品</a:t>
          </a:r>
          <a:r>
            <a:rPr lang="zh-CN" altLang="en-US">
              <a:latin typeface="Posterama"/>
            </a:rPr>
            <a:t>主題:五專回歸 青出</a:t>
          </a:r>
          <a:r>
            <a:rPr lang="zh-CN" altLang="en-US" dirty="0">
              <a:latin typeface="Posterama"/>
            </a:rPr>
            <a:t>於藍 更勝於藍 </a:t>
          </a:r>
          <a:endParaRPr lang="zh-TW" altLang="en-US" dirty="0">
            <a:latin typeface="Posterama"/>
          </a:endParaRPr>
        </a:p>
      </dgm:t>
    </dgm:pt>
    <dgm:pt modelId="{61C559BA-5F55-4644-8F34-D5FF296AA336}" type="parTrans" cxnId="{E2FE8715-C3E2-4E95-9626-CAFB8EF46F71}">
      <dgm:prSet/>
      <dgm:spPr/>
      <dgm:t>
        <a:bodyPr/>
        <a:lstStyle/>
        <a:p>
          <a:endParaRPr lang="en-US"/>
        </a:p>
      </dgm:t>
    </dgm:pt>
    <dgm:pt modelId="{8551CD35-F8C7-4B6D-956E-0A95B80F866A}" type="sibTrans" cxnId="{E2FE8715-C3E2-4E95-9626-CAFB8EF46F71}">
      <dgm:prSet/>
      <dgm:spPr/>
      <dgm:t>
        <a:bodyPr/>
        <a:lstStyle/>
        <a:p>
          <a:endParaRPr lang="en-US"/>
        </a:p>
      </dgm:t>
    </dgm:pt>
    <dgm:pt modelId="{5863E22C-26D3-44E3-8559-7C28C2635B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https://nutccsieandy.github.io/1110832098/</a:t>
          </a:r>
          <a:endParaRPr lang="en-US" dirty="0"/>
        </a:p>
      </dgm:t>
    </dgm:pt>
    <dgm:pt modelId="{6582D0C0-E619-4A5B-A11E-AC49D47A0C7F}" type="parTrans" cxnId="{CC164B1A-A49D-4B54-A52E-5BEC3C7B7525}">
      <dgm:prSet/>
      <dgm:spPr/>
      <dgm:t>
        <a:bodyPr/>
        <a:lstStyle/>
        <a:p>
          <a:endParaRPr lang="en-US"/>
        </a:p>
      </dgm:t>
    </dgm:pt>
    <dgm:pt modelId="{A804CF9B-0515-4717-AD65-0FF11C28813D}" type="sibTrans" cxnId="{CC164B1A-A49D-4B54-A52E-5BEC3C7B7525}">
      <dgm:prSet/>
      <dgm:spPr/>
      <dgm:t>
        <a:bodyPr/>
        <a:lstStyle/>
        <a:p>
          <a:endParaRPr lang="en-US"/>
        </a:p>
      </dgm:t>
    </dgm:pt>
    <dgm:pt modelId="{D7CDF289-ACE5-497E-A5A8-D7DC1F6AD53F}" type="pres">
      <dgm:prSet presAssocID="{A7572D19-D4AD-42B5-AC5B-A0153D06036C}" presName="root" presStyleCnt="0">
        <dgm:presLayoutVars>
          <dgm:dir/>
          <dgm:resizeHandles val="exact"/>
        </dgm:presLayoutVars>
      </dgm:prSet>
      <dgm:spPr/>
    </dgm:pt>
    <dgm:pt modelId="{C7C8A134-E48B-42AF-AA12-B22D7D5B58E8}" type="pres">
      <dgm:prSet presAssocID="{C50B358F-23F7-4335-86EE-912B1924FB2C}" presName="compNode" presStyleCnt="0"/>
      <dgm:spPr/>
    </dgm:pt>
    <dgm:pt modelId="{252B1233-3913-4F52-A259-3CABCB475AE0}" type="pres">
      <dgm:prSet presAssocID="{C50B358F-23F7-4335-86EE-912B1924FB2C}" presName="bgRect" presStyleLbl="bgShp" presStyleIdx="0" presStyleCnt="2"/>
      <dgm:spPr/>
    </dgm:pt>
    <dgm:pt modelId="{0496D5EE-BDB1-490F-B887-A047313EF3A6}" type="pres">
      <dgm:prSet presAssocID="{C50B358F-23F7-4335-86EE-912B1924FB2C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氣球"/>
        </a:ext>
      </dgm:extLst>
    </dgm:pt>
    <dgm:pt modelId="{9A5DA541-735F-4F31-AFB2-618E6C9E1294}" type="pres">
      <dgm:prSet presAssocID="{C50B358F-23F7-4335-86EE-912B1924FB2C}" presName="spaceRect" presStyleCnt="0"/>
      <dgm:spPr/>
    </dgm:pt>
    <dgm:pt modelId="{47DBD23D-749A-4EB5-8EA2-914817210E26}" type="pres">
      <dgm:prSet presAssocID="{C50B358F-23F7-4335-86EE-912B1924FB2C}" presName="parTx" presStyleLbl="revTx" presStyleIdx="0" presStyleCnt="2">
        <dgm:presLayoutVars>
          <dgm:chMax val="0"/>
          <dgm:chPref val="0"/>
        </dgm:presLayoutVars>
      </dgm:prSet>
      <dgm:spPr/>
    </dgm:pt>
    <dgm:pt modelId="{9E037105-6BFE-4778-A878-FC7B45044551}" type="pres">
      <dgm:prSet presAssocID="{8551CD35-F8C7-4B6D-956E-0A95B80F866A}" presName="sibTrans" presStyleCnt="0"/>
      <dgm:spPr/>
    </dgm:pt>
    <dgm:pt modelId="{E2834363-0FAA-4242-9211-DF19E36E9A23}" type="pres">
      <dgm:prSet presAssocID="{5863E22C-26D3-44E3-8559-7C28C2635BCC}" presName="compNode" presStyleCnt="0"/>
      <dgm:spPr/>
    </dgm:pt>
    <dgm:pt modelId="{AA354749-6748-4D02-981E-0BF6D1A60BDA}" type="pres">
      <dgm:prSet presAssocID="{5863E22C-26D3-44E3-8559-7C28C2635BCC}" presName="bgRect" presStyleLbl="bgShp" presStyleIdx="1" presStyleCnt="2"/>
      <dgm:spPr/>
    </dgm:pt>
    <dgm:pt modelId="{F652B5E7-04C4-4FBA-BD5F-71F6B32A3F89}" type="pres">
      <dgm:prSet presAssocID="{5863E22C-26D3-44E3-8559-7C28C2635BCC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5B98D754-D69C-4E34-A484-A8002CC90C0E}" type="pres">
      <dgm:prSet presAssocID="{5863E22C-26D3-44E3-8559-7C28C2635BCC}" presName="spaceRect" presStyleCnt="0"/>
      <dgm:spPr/>
    </dgm:pt>
    <dgm:pt modelId="{491375E0-4A6A-4000-9CD6-4A82320CCE5D}" type="pres">
      <dgm:prSet presAssocID="{5863E22C-26D3-44E3-8559-7C28C2635BC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EBFAE12-DA01-48AD-8AF1-3AE872F2E78B}" type="presOf" srcId="{5863E22C-26D3-44E3-8559-7C28C2635BCC}" destId="{491375E0-4A6A-4000-9CD6-4A82320CCE5D}" srcOrd="0" destOrd="0" presId="urn:microsoft.com/office/officeart/2018/2/layout/IconVerticalSolidList"/>
    <dgm:cxn modelId="{E2FE8715-C3E2-4E95-9626-CAFB8EF46F71}" srcId="{A7572D19-D4AD-42B5-AC5B-A0153D06036C}" destId="{C50B358F-23F7-4335-86EE-912B1924FB2C}" srcOrd="0" destOrd="0" parTransId="{61C559BA-5F55-4644-8F34-D5FF296AA336}" sibTransId="{8551CD35-F8C7-4B6D-956E-0A95B80F866A}"/>
    <dgm:cxn modelId="{CC164B1A-A49D-4B54-A52E-5BEC3C7B7525}" srcId="{A7572D19-D4AD-42B5-AC5B-A0153D06036C}" destId="{5863E22C-26D3-44E3-8559-7C28C2635BCC}" srcOrd="1" destOrd="0" parTransId="{6582D0C0-E619-4A5B-A11E-AC49D47A0C7F}" sibTransId="{A804CF9B-0515-4717-AD65-0FF11C28813D}"/>
    <dgm:cxn modelId="{FEB09254-FF65-49D2-911F-23E5A8DEF5B6}" type="presOf" srcId="{A7572D19-D4AD-42B5-AC5B-A0153D06036C}" destId="{D7CDF289-ACE5-497E-A5A8-D7DC1F6AD53F}" srcOrd="0" destOrd="0" presId="urn:microsoft.com/office/officeart/2018/2/layout/IconVerticalSolidList"/>
    <dgm:cxn modelId="{0083C294-07ED-4B71-BDEB-956FFF3895CC}" type="presOf" srcId="{C50B358F-23F7-4335-86EE-912B1924FB2C}" destId="{47DBD23D-749A-4EB5-8EA2-914817210E26}" srcOrd="0" destOrd="0" presId="urn:microsoft.com/office/officeart/2018/2/layout/IconVerticalSolidList"/>
    <dgm:cxn modelId="{0A27A8AF-6AA0-407B-9AA4-C574150BD65A}" type="presParOf" srcId="{D7CDF289-ACE5-497E-A5A8-D7DC1F6AD53F}" destId="{C7C8A134-E48B-42AF-AA12-B22D7D5B58E8}" srcOrd="0" destOrd="0" presId="urn:microsoft.com/office/officeart/2018/2/layout/IconVerticalSolidList"/>
    <dgm:cxn modelId="{41816AD4-F702-415B-9369-A857CA9371B9}" type="presParOf" srcId="{C7C8A134-E48B-42AF-AA12-B22D7D5B58E8}" destId="{252B1233-3913-4F52-A259-3CABCB475AE0}" srcOrd="0" destOrd="0" presId="urn:microsoft.com/office/officeart/2018/2/layout/IconVerticalSolidList"/>
    <dgm:cxn modelId="{5902870E-AEF3-49CD-9EE1-22215D78A74F}" type="presParOf" srcId="{C7C8A134-E48B-42AF-AA12-B22D7D5B58E8}" destId="{0496D5EE-BDB1-490F-B887-A047313EF3A6}" srcOrd="1" destOrd="0" presId="urn:microsoft.com/office/officeart/2018/2/layout/IconVerticalSolidList"/>
    <dgm:cxn modelId="{4EFE94A0-1173-415F-80F7-E9D314A53B0A}" type="presParOf" srcId="{C7C8A134-E48B-42AF-AA12-B22D7D5B58E8}" destId="{9A5DA541-735F-4F31-AFB2-618E6C9E1294}" srcOrd="2" destOrd="0" presId="urn:microsoft.com/office/officeart/2018/2/layout/IconVerticalSolidList"/>
    <dgm:cxn modelId="{ECFFA049-3B31-4ADE-B5BF-3B8838F2B743}" type="presParOf" srcId="{C7C8A134-E48B-42AF-AA12-B22D7D5B58E8}" destId="{47DBD23D-749A-4EB5-8EA2-914817210E26}" srcOrd="3" destOrd="0" presId="urn:microsoft.com/office/officeart/2018/2/layout/IconVerticalSolidList"/>
    <dgm:cxn modelId="{EB24ABFA-E3BE-4BF3-99A6-1BB74820FA06}" type="presParOf" srcId="{D7CDF289-ACE5-497E-A5A8-D7DC1F6AD53F}" destId="{9E037105-6BFE-4778-A878-FC7B45044551}" srcOrd="1" destOrd="0" presId="urn:microsoft.com/office/officeart/2018/2/layout/IconVerticalSolidList"/>
    <dgm:cxn modelId="{D1ED0D1F-16FF-40B9-88ED-8F218C9A02B7}" type="presParOf" srcId="{D7CDF289-ACE5-497E-A5A8-D7DC1F6AD53F}" destId="{E2834363-0FAA-4242-9211-DF19E36E9A23}" srcOrd="2" destOrd="0" presId="urn:microsoft.com/office/officeart/2018/2/layout/IconVerticalSolidList"/>
    <dgm:cxn modelId="{B0AA234B-9D2B-4648-ACE2-EC2A5CB3EAB6}" type="presParOf" srcId="{E2834363-0FAA-4242-9211-DF19E36E9A23}" destId="{AA354749-6748-4D02-981E-0BF6D1A60BDA}" srcOrd="0" destOrd="0" presId="urn:microsoft.com/office/officeart/2018/2/layout/IconVerticalSolidList"/>
    <dgm:cxn modelId="{502B217D-9A09-4968-8151-FA9167B87B7F}" type="presParOf" srcId="{E2834363-0FAA-4242-9211-DF19E36E9A23}" destId="{F652B5E7-04C4-4FBA-BD5F-71F6B32A3F89}" srcOrd="1" destOrd="0" presId="urn:microsoft.com/office/officeart/2018/2/layout/IconVerticalSolidList"/>
    <dgm:cxn modelId="{D8512D64-B8D3-4807-B9C5-9F804B9D7EF4}" type="presParOf" srcId="{E2834363-0FAA-4242-9211-DF19E36E9A23}" destId="{5B98D754-D69C-4E34-A484-A8002CC90C0E}" srcOrd="2" destOrd="0" presId="urn:microsoft.com/office/officeart/2018/2/layout/IconVerticalSolidList"/>
    <dgm:cxn modelId="{AC285C9F-6D55-454A-B874-30B83E87A00A}" type="presParOf" srcId="{E2834363-0FAA-4242-9211-DF19E36E9A23}" destId="{491375E0-4A6A-4000-9CD6-4A82320CCE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CDD3-8367-41CD-850C-20617481C588}">
      <dsp:nvSpPr>
        <dsp:cNvPr id="0" name=""/>
        <dsp:cNvSpPr/>
      </dsp:nvSpPr>
      <dsp:spPr>
        <a:xfrm>
          <a:off x="0" y="607"/>
          <a:ext cx="54735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89B6F-4997-4F9E-BF53-3C51E2DF3E8D}">
      <dsp:nvSpPr>
        <dsp:cNvPr id="0" name=""/>
        <dsp:cNvSpPr/>
      </dsp:nvSpPr>
      <dsp:spPr>
        <a:xfrm>
          <a:off x="0" y="607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1.</a:t>
          </a:r>
          <a:r>
            <a:rPr lang="zh-TW" sz="2200" kern="1200"/>
            <a:t>增加社會大眾對於五年制專科學校的認識</a:t>
          </a:r>
          <a:endParaRPr lang="en-US" sz="2200" kern="1200"/>
        </a:p>
      </dsp:txBody>
      <dsp:txXfrm>
        <a:off x="0" y="607"/>
        <a:ext cx="5473546" cy="995368"/>
      </dsp:txXfrm>
    </dsp:sp>
    <dsp:sp modelId="{844D4A97-162D-4BD0-B590-C15EEAA6F10F}">
      <dsp:nvSpPr>
        <dsp:cNvPr id="0" name=""/>
        <dsp:cNvSpPr/>
      </dsp:nvSpPr>
      <dsp:spPr>
        <a:xfrm>
          <a:off x="0" y="995975"/>
          <a:ext cx="54735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E5361-9EDD-4AE8-AA02-DF6C8120E43C}">
      <dsp:nvSpPr>
        <dsp:cNvPr id="0" name=""/>
        <dsp:cNvSpPr/>
      </dsp:nvSpPr>
      <dsp:spPr>
        <a:xfrm>
          <a:off x="0" y="995975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2.</a:t>
          </a:r>
          <a:r>
            <a:rPr lang="zh-TW" sz="2200" kern="1200"/>
            <a:t>讓大家更加了解</a:t>
          </a:r>
          <a:r>
            <a:rPr lang="zh-TW" sz="2200" kern="1200" dirty="0"/>
            <a:t>P-TECH</a:t>
          </a:r>
          <a:r>
            <a:rPr lang="zh-TW" sz="2200" kern="1200"/>
            <a:t>創新學制的特色</a:t>
          </a:r>
          <a:endParaRPr lang="en-US" sz="2200" kern="1200"/>
        </a:p>
      </dsp:txBody>
      <dsp:txXfrm>
        <a:off x="0" y="995975"/>
        <a:ext cx="5473546" cy="995368"/>
      </dsp:txXfrm>
    </dsp:sp>
    <dsp:sp modelId="{39D83DC6-F226-49F6-B161-68D573393F33}">
      <dsp:nvSpPr>
        <dsp:cNvPr id="0" name=""/>
        <dsp:cNvSpPr/>
      </dsp:nvSpPr>
      <dsp:spPr>
        <a:xfrm>
          <a:off x="0" y="1991343"/>
          <a:ext cx="54735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D14D0-53A4-4189-A381-AD89F7377998}">
      <dsp:nvSpPr>
        <dsp:cNvPr id="0" name=""/>
        <dsp:cNvSpPr/>
      </dsp:nvSpPr>
      <dsp:spPr>
        <a:xfrm>
          <a:off x="0" y="1991343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3.</a:t>
          </a:r>
          <a:r>
            <a:rPr lang="zh-TW" sz="2200" kern="1200"/>
            <a:t>讓有心投入資訊工程的孩子了解資訊工程</a:t>
          </a:r>
          <a:endParaRPr lang="en-US" sz="2200" kern="1200"/>
        </a:p>
      </dsp:txBody>
      <dsp:txXfrm>
        <a:off x="0" y="1991343"/>
        <a:ext cx="5473546" cy="995368"/>
      </dsp:txXfrm>
    </dsp:sp>
    <dsp:sp modelId="{4D41D575-D8F2-446C-8C26-068C2092AEA2}">
      <dsp:nvSpPr>
        <dsp:cNvPr id="0" name=""/>
        <dsp:cNvSpPr/>
      </dsp:nvSpPr>
      <dsp:spPr>
        <a:xfrm>
          <a:off x="0" y="2986712"/>
          <a:ext cx="54735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1B40A-05BE-4BDE-A9D0-80DAD5024714}">
      <dsp:nvSpPr>
        <dsp:cNvPr id="0" name=""/>
        <dsp:cNvSpPr/>
      </dsp:nvSpPr>
      <dsp:spPr>
        <a:xfrm>
          <a:off x="0" y="2986712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4.</a:t>
          </a:r>
          <a:r>
            <a:rPr lang="en-US" altLang="zh-TW" sz="2200" kern="1200" dirty="0">
              <a:latin typeface="Posterama"/>
            </a:rPr>
            <a:t>讓</a:t>
          </a:r>
          <a:r>
            <a:rPr lang="zh-TW" sz="2200" kern="1200"/>
            <a:t>讀者認識國立台中科技大學</a:t>
          </a:r>
          <a:endParaRPr lang="en-US" sz="2200" kern="1200"/>
        </a:p>
      </dsp:txBody>
      <dsp:txXfrm>
        <a:off x="0" y="2986712"/>
        <a:ext cx="5473546" cy="995368"/>
      </dsp:txXfrm>
    </dsp:sp>
    <dsp:sp modelId="{3573710D-76FF-4AAB-8AE1-0D80991A46C1}">
      <dsp:nvSpPr>
        <dsp:cNvPr id="0" name=""/>
        <dsp:cNvSpPr/>
      </dsp:nvSpPr>
      <dsp:spPr>
        <a:xfrm>
          <a:off x="0" y="3982080"/>
          <a:ext cx="547354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FA1DB-5D1E-4752-867C-401EDED24540}">
      <dsp:nvSpPr>
        <dsp:cNvPr id="0" name=""/>
        <dsp:cNvSpPr/>
      </dsp:nvSpPr>
      <dsp:spPr>
        <a:xfrm>
          <a:off x="0" y="3982080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200" kern="1200" dirty="0"/>
            <a:t>5.</a:t>
          </a:r>
          <a:r>
            <a:rPr lang="en-US" altLang="zh-TW" sz="2200" kern="1200" dirty="0">
              <a:latin typeface="Posterama"/>
            </a:rPr>
            <a:t>讓</a:t>
          </a:r>
          <a:r>
            <a:rPr lang="zh-TW" altLang="en-US" sz="2200" kern="1200">
              <a:latin typeface="Posterama"/>
            </a:rPr>
            <a:t>大</a:t>
          </a:r>
          <a:r>
            <a:rPr lang="zh-TW" sz="2200" kern="1200"/>
            <a:t>家認識新五專</a:t>
          </a:r>
          <a:endParaRPr lang="en-US" sz="2200" kern="1200"/>
        </a:p>
      </dsp:txBody>
      <dsp:txXfrm>
        <a:off x="0" y="3982080"/>
        <a:ext cx="5473546" cy="995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09355-C998-4B6C-8B68-FF6615ECAE05}">
      <dsp:nvSpPr>
        <dsp:cNvPr id="0" name=""/>
        <dsp:cNvSpPr/>
      </dsp:nvSpPr>
      <dsp:spPr>
        <a:xfrm>
          <a:off x="0" y="492"/>
          <a:ext cx="109728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ADD80-98A3-4599-8FCF-EFB27C8FE949}">
      <dsp:nvSpPr>
        <dsp:cNvPr id="0" name=""/>
        <dsp:cNvSpPr/>
      </dsp:nvSpPr>
      <dsp:spPr>
        <a:xfrm>
          <a:off x="0" y="492"/>
          <a:ext cx="10972800" cy="80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1.調整行動裝置導覽列</a:t>
          </a:r>
          <a:endParaRPr lang="en-US" sz="2800" kern="1200"/>
        </a:p>
      </dsp:txBody>
      <dsp:txXfrm>
        <a:off x="0" y="492"/>
        <a:ext cx="10972800" cy="806887"/>
      </dsp:txXfrm>
    </dsp:sp>
    <dsp:sp modelId="{A8FF80E5-612D-4901-805B-30A9E1563867}">
      <dsp:nvSpPr>
        <dsp:cNvPr id="0" name=""/>
        <dsp:cNvSpPr/>
      </dsp:nvSpPr>
      <dsp:spPr>
        <a:xfrm>
          <a:off x="0" y="807380"/>
          <a:ext cx="109728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5F8C4-2F59-40E5-A4FE-162F56171F88}">
      <dsp:nvSpPr>
        <dsp:cNvPr id="0" name=""/>
        <dsp:cNvSpPr/>
      </dsp:nvSpPr>
      <dsp:spPr>
        <a:xfrm>
          <a:off x="0" y="807380"/>
          <a:ext cx="10972800" cy="80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2.優化使用者使用體驗</a:t>
          </a:r>
          <a:endParaRPr lang="en-US" sz="2800" kern="1200"/>
        </a:p>
      </dsp:txBody>
      <dsp:txXfrm>
        <a:off x="0" y="807380"/>
        <a:ext cx="10972800" cy="806887"/>
      </dsp:txXfrm>
    </dsp:sp>
    <dsp:sp modelId="{5AAC39C4-820E-400B-A304-6AFDCC3E1BFB}">
      <dsp:nvSpPr>
        <dsp:cNvPr id="0" name=""/>
        <dsp:cNvSpPr/>
      </dsp:nvSpPr>
      <dsp:spPr>
        <a:xfrm>
          <a:off x="0" y="1614268"/>
          <a:ext cx="109728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345DA-A13C-4A10-840F-C366F8588B37}">
      <dsp:nvSpPr>
        <dsp:cNvPr id="0" name=""/>
        <dsp:cNvSpPr/>
      </dsp:nvSpPr>
      <dsp:spPr>
        <a:xfrm>
          <a:off x="0" y="1614268"/>
          <a:ext cx="10972800" cy="80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3.修正各版本瀏覽器的解碼問題</a:t>
          </a:r>
          <a:endParaRPr lang="en-US" sz="2800" kern="1200"/>
        </a:p>
      </dsp:txBody>
      <dsp:txXfrm>
        <a:off x="0" y="1614268"/>
        <a:ext cx="10972800" cy="806887"/>
      </dsp:txXfrm>
    </dsp:sp>
    <dsp:sp modelId="{353D2C38-D80A-4227-9DCF-E41B11E3C751}">
      <dsp:nvSpPr>
        <dsp:cNvPr id="0" name=""/>
        <dsp:cNvSpPr/>
      </dsp:nvSpPr>
      <dsp:spPr>
        <a:xfrm>
          <a:off x="0" y="2421156"/>
          <a:ext cx="109728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A6981-4D47-4041-9C77-2886DD9630DD}">
      <dsp:nvSpPr>
        <dsp:cNvPr id="0" name=""/>
        <dsp:cNvSpPr/>
      </dsp:nvSpPr>
      <dsp:spPr>
        <a:xfrm>
          <a:off x="0" y="2421156"/>
          <a:ext cx="10972800" cy="80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4.排版與美工</a:t>
          </a:r>
          <a:endParaRPr lang="en-US" sz="2800" kern="1200"/>
        </a:p>
      </dsp:txBody>
      <dsp:txXfrm>
        <a:off x="0" y="2421156"/>
        <a:ext cx="10972800" cy="806887"/>
      </dsp:txXfrm>
    </dsp:sp>
    <dsp:sp modelId="{E8679D46-B638-47E5-A8F6-AB176D7B939E}">
      <dsp:nvSpPr>
        <dsp:cNvPr id="0" name=""/>
        <dsp:cNvSpPr/>
      </dsp:nvSpPr>
      <dsp:spPr>
        <a:xfrm>
          <a:off x="0" y="3228044"/>
          <a:ext cx="109728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9A67B-13E3-42E3-B4FF-EFCE2024657F}">
      <dsp:nvSpPr>
        <dsp:cNvPr id="0" name=""/>
        <dsp:cNvSpPr/>
      </dsp:nvSpPr>
      <dsp:spPr>
        <a:xfrm>
          <a:off x="0" y="3228044"/>
          <a:ext cx="10972800" cy="806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5.程式除錯</a:t>
          </a:r>
          <a:endParaRPr lang="en-US" sz="2800" kern="1200"/>
        </a:p>
      </dsp:txBody>
      <dsp:txXfrm>
        <a:off x="0" y="3228044"/>
        <a:ext cx="10972800" cy="806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0FD5F-EACA-4894-801A-56FC9CF990C8}">
      <dsp:nvSpPr>
        <dsp:cNvPr id="0" name=""/>
        <dsp:cNvSpPr/>
      </dsp:nvSpPr>
      <dsp:spPr>
        <a:xfrm>
          <a:off x="0" y="607"/>
          <a:ext cx="54735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6A7DC-7CE8-4178-95CA-0E3BD9A039F6}">
      <dsp:nvSpPr>
        <dsp:cNvPr id="0" name=""/>
        <dsp:cNvSpPr/>
      </dsp:nvSpPr>
      <dsp:spPr>
        <a:xfrm>
          <a:off x="0" y="607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500" kern="1200" dirty="0"/>
            <a:t>1</a:t>
          </a:r>
          <a:r>
            <a:rPr lang="zh-TW" sz="3500" kern="1200" dirty="0">
              <a:latin typeface="+mj-lt"/>
            </a:rPr>
            <a:t>.Android </a:t>
          </a:r>
          <a:r>
            <a:rPr lang="en-US" altLang="zh-TW" sz="3500" kern="1200" dirty="0">
              <a:latin typeface="+mj-lt"/>
            </a:rPr>
            <a:t>Moblie</a:t>
          </a:r>
          <a:r>
            <a:rPr lang="zh-TW" altLang="en-US" sz="3500" kern="1200" dirty="0">
              <a:latin typeface="+mj-lt"/>
            </a:rPr>
            <a:t>  P</a:t>
          </a:r>
          <a:r>
            <a:rPr lang="en-US" altLang="zh-TW" sz="3500" kern="1200" dirty="0">
              <a:latin typeface="+mj-lt"/>
            </a:rPr>
            <a:t>hone</a:t>
          </a:r>
          <a:endParaRPr lang="en-US" sz="3500" kern="1200" dirty="0">
            <a:latin typeface="+mj-lt"/>
          </a:endParaRPr>
        </a:p>
      </dsp:txBody>
      <dsp:txXfrm>
        <a:off x="0" y="607"/>
        <a:ext cx="5473546" cy="995368"/>
      </dsp:txXfrm>
    </dsp:sp>
    <dsp:sp modelId="{34D9E9E8-D302-480C-8C0B-66D01434EFE3}">
      <dsp:nvSpPr>
        <dsp:cNvPr id="0" name=""/>
        <dsp:cNvSpPr/>
      </dsp:nvSpPr>
      <dsp:spPr>
        <a:xfrm>
          <a:off x="0" y="995975"/>
          <a:ext cx="54735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38768-53E4-41D9-9BBA-EBE575AE5166}">
      <dsp:nvSpPr>
        <dsp:cNvPr id="0" name=""/>
        <dsp:cNvSpPr/>
      </dsp:nvSpPr>
      <dsp:spPr>
        <a:xfrm>
          <a:off x="0" y="995975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500" kern="1200" dirty="0">
              <a:latin typeface="+mj-lt"/>
            </a:rPr>
            <a:t>2.Android </a:t>
          </a:r>
          <a:r>
            <a:rPr lang="en-US" sz="3500" kern="1200" dirty="0">
              <a:latin typeface="+mj-lt"/>
            </a:rPr>
            <a:t>Tablet</a:t>
          </a:r>
        </a:p>
      </dsp:txBody>
      <dsp:txXfrm>
        <a:off x="0" y="995975"/>
        <a:ext cx="5473546" cy="995368"/>
      </dsp:txXfrm>
    </dsp:sp>
    <dsp:sp modelId="{A067C816-A514-4FA6-AF6D-FA7636E985A7}">
      <dsp:nvSpPr>
        <dsp:cNvPr id="0" name=""/>
        <dsp:cNvSpPr/>
      </dsp:nvSpPr>
      <dsp:spPr>
        <a:xfrm>
          <a:off x="0" y="1991343"/>
          <a:ext cx="54735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D1626-7A99-4F66-BB13-658C8D592C26}">
      <dsp:nvSpPr>
        <dsp:cNvPr id="0" name=""/>
        <dsp:cNvSpPr/>
      </dsp:nvSpPr>
      <dsp:spPr>
        <a:xfrm>
          <a:off x="0" y="1991343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+mj-lt"/>
            </a:rPr>
            <a:t>3.All Screen  Ipad</a:t>
          </a:r>
        </a:p>
      </dsp:txBody>
      <dsp:txXfrm>
        <a:off x="0" y="1991343"/>
        <a:ext cx="5473546" cy="995368"/>
      </dsp:txXfrm>
    </dsp:sp>
    <dsp:sp modelId="{50305C7B-3C09-483C-8AD7-48E0CE76CD48}">
      <dsp:nvSpPr>
        <dsp:cNvPr id="0" name=""/>
        <dsp:cNvSpPr/>
      </dsp:nvSpPr>
      <dsp:spPr>
        <a:xfrm>
          <a:off x="0" y="2986712"/>
          <a:ext cx="54735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F9890-8AB7-4E67-828B-260CC24B36D8}">
      <dsp:nvSpPr>
        <dsp:cNvPr id="0" name=""/>
        <dsp:cNvSpPr/>
      </dsp:nvSpPr>
      <dsp:spPr>
        <a:xfrm>
          <a:off x="0" y="2986712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+mj-lt"/>
            </a:rPr>
            <a:t>4.The All Screen Iphone</a:t>
          </a:r>
        </a:p>
      </dsp:txBody>
      <dsp:txXfrm>
        <a:off x="0" y="2986712"/>
        <a:ext cx="5473546" cy="995368"/>
      </dsp:txXfrm>
    </dsp:sp>
    <dsp:sp modelId="{AAB21D5F-9C44-4DEA-9F35-AFD81E0AEB2D}">
      <dsp:nvSpPr>
        <dsp:cNvPr id="0" name=""/>
        <dsp:cNvSpPr/>
      </dsp:nvSpPr>
      <dsp:spPr>
        <a:xfrm>
          <a:off x="0" y="3982080"/>
          <a:ext cx="547354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AB2CD-896B-4F70-A222-2DAC9F937B83}">
      <dsp:nvSpPr>
        <dsp:cNvPr id="0" name=""/>
        <dsp:cNvSpPr/>
      </dsp:nvSpPr>
      <dsp:spPr>
        <a:xfrm>
          <a:off x="0" y="3982080"/>
          <a:ext cx="5473546" cy="995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latin typeface="+mj-lt"/>
            </a:rPr>
            <a:t>5.14 "  Laptop</a:t>
          </a:r>
        </a:p>
      </dsp:txBody>
      <dsp:txXfrm>
        <a:off x="0" y="3982080"/>
        <a:ext cx="5473546" cy="9953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F6269-67D0-4378-8B98-EE95062DA87F}">
      <dsp:nvSpPr>
        <dsp:cNvPr id="0" name=""/>
        <dsp:cNvSpPr/>
      </dsp:nvSpPr>
      <dsp:spPr>
        <a:xfrm>
          <a:off x="0" y="0"/>
          <a:ext cx="54735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A54CB-BA29-4FF1-B1C5-A68F74E55E4E}">
      <dsp:nvSpPr>
        <dsp:cNvPr id="0" name=""/>
        <dsp:cNvSpPr/>
      </dsp:nvSpPr>
      <dsp:spPr>
        <a:xfrm>
          <a:off x="0" y="0"/>
          <a:ext cx="5473546" cy="124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400" kern="1200" dirty="0"/>
            <a:t>1.</a:t>
          </a:r>
          <a:r>
            <a:rPr lang="en-US" altLang="zh-TW" sz="4400" kern="1200" dirty="0">
              <a:latin typeface="Posterama"/>
            </a:rPr>
            <a:t>Safari</a:t>
          </a:r>
          <a:endParaRPr lang="en-US" sz="4400" kern="1200" dirty="0"/>
        </a:p>
      </dsp:txBody>
      <dsp:txXfrm>
        <a:off x="0" y="0"/>
        <a:ext cx="5473546" cy="1244514"/>
      </dsp:txXfrm>
    </dsp:sp>
    <dsp:sp modelId="{B515B0E7-B4A8-4B9A-9727-4E618E7D8EFB}">
      <dsp:nvSpPr>
        <dsp:cNvPr id="0" name=""/>
        <dsp:cNvSpPr/>
      </dsp:nvSpPr>
      <dsp:spPr>
        <a:xfrm>
          <a:off x="0" y="1244514"/>
          <a:ext cx="547354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48249-EEC1-40FF-BB7C-867D72AB5D0F}">
      <dsp:nvSpPr>
        <dsp:cNvPr id="0" name=""/>
        <dsp:cNvSpPr/>
      </dsp:nvSpPr>
      <dsp:spPr>
        <a:xfrm>
          <a:off x="0" y="1244514"/>
          <a:ext cx="5473546" cy="124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400" kern="1200" dirty="0"/>
            <a:t>2.</a:t>
          </a:r>
          <a:r>
            <a:rPr lang="en-US" altLang="zh-TW" sz="4400" kern="1200" dirty="0">
              <a:latin typeface="Posterama"/>
            </a:rPr>
            <a:t>Chrome</a:t>
          </a:r>
          <a:endParaRPr lang="en-US" sz="4400" kern="1200" dirty="0"/>
        </a:p>
      </dsp:txBody>
      <dsp:txXfrm>
        <a:off x="0" y="1244514"/>
        <a:ext cx="5473546" cy="1244514"/>
      </dsp:txXfrm>
    </dsp:sp>
    <dsp:sp modelId="{C72540BF-E22E-4169-82B9-F437C6EC1D42}">
      <dsp:nvSpPr>
        <dsp:cNvPr id="0" name=""/>
        <dsp:cNvSpPr/>
      </dsp:nvSpPr>
      <dsp:spPr>
        <a:xfrm>
          <a:off x="0" y="2489028"/>
          <a:ext cx="547354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D3F94-5EE4-4C47-90B7-74C9FA0EF9BB}">
      <dsp:nvSpPr>
        <dsp:cNvPr id="0" name=""/>
        <dsp:cNvSpPr/>
      </dsp:nvSpPr>
      <dsp:spPr>
        <a:xfrm>
          <a:off x="0" y="2489028"/>
          <a:ext cx="5473546" cy="124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400" kern="1200" dirty="0"/>
            <a:t>3.</a:t>
          </a:r>
          <a:r>
            <a:rPr lang="en-US" altLang="zh-TW" sz="4400" kern="1200" dirty="0">
              <a:latin typeface="Posterama"/>
            </a:rPr>
            <a:t>Microsoft</a:t>
          </a:r>
          <a:r>
            <a:rPr lang="zh-TW" altLang="en-US" sz="4400" kern="1200" dirty="0">
              <a:latin typeface="Posterama"/>
            </a:rPr>
            <a:t> E</a:t>
          </a:r>
          <a:r>
            <a:rPr lang="en-US" altLang="zh-TW" sz="4400" kern="1200" dirty="0">
              <a:latin typeface="Posterama"/>
            </a:rPr>
            <a:t>dge</a:t>
          </a:r>
          <a:r>
            <a:rPr lang="zh-TW" sz="4400" kern="1200" dirty="0"/>
            <a:t> </a:t>
          </a:r>
          <a:endParaRPr lang="en-US" sz="4400" kern="1200" dirty="0"/>
        </a:p>
      </dsp:txBody>
      <dsp:txXfrm>
        <a:off x="0" y="2489028"/>
        <a:ext cx="5473546" cy="1244514"/>
      </dsp:txXfrm>
    </dsp:sp>
    <dsp:sp modelId="{669E16F3-774B-44E3-AEBE-C1A266CB13ED}">
      <dsp:nvSpPr>
        <dsp:cNvPr id="0" name=""/>
        <dsp:cNvSpPr/>
      </dsp:nvSpPr>
      <dsp:spPr>
        <a:xfrm>
          <a:off x="0" y="3733542"/>
          <a:ext cx="547354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66398-1952-4E85-A81C-DA5165C8B276}">
      <dsp:nvSpPr>
        <dsp:cNvPr id="0" name=""/>
        <dsp:cNvSpPr/>
      </dsp:nvSpPr>
      <dsp:spPr>
        <a:xfrm>
          <a:off x="0" y="3733542"/>
          <a:ext cx="5473546" cy="124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400" kern="1200" dirty="0"/>
            <a:t>4.</a:t>
          </a:r>
          <a:r>
            <a:rPr lang="en-US" altLang="zh-TW" sz="4400" kern="1200" dirty="0">
              <a:latin typeface="Posterama"/>
            </a:rPr>
            <a:t>Samsung</a:t>
          </a:r>
          <a:r>
            <a:rPr lang="zh-TW" altLang="en-US" sz="4400" kern="1200" dirty="0">
              <a:latin typeface="Posterama"/>
            </a:rPr>
            <a:t> B</a:t>
          </a:r>
          <a:r>
            <a:rPr lang="en-US" altLang="zh-TW" sz="4400" kern="1200" dirty="0">
              <a:latin typeface="Posterama"/>
            </a:rPr>
            <a:t>rowser</a:t>
          </a:r>
          <a:endParaRPr lang="en-US" sz="4400" kern="1200" dirty="0"/>
        </a:p>
      </dsp:txBody>
      <dsp:txXfrm>
        <a:off x="0" y="3733542"/>
        <a:ext cx="5473546" cy="1244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B1233-3913-4F52-A259-3CABCB475AE0}">
      <dsp:nvSpPr>
        <dsp:cNvPr id="0" name=""/>
        <dsp:cNvSpPr/>
      </dsp:nvSpPr>
      <dsp:spPr>
        <a:xfrm>
          <a:off x="0" y="522971"/>
          <a:ext cx="10972800" cy="9654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6D5EE-BDB1-490F-B887-A047313EF3A6}">
      <dsp:nvSpPr>
        <dsp:cNvPr id="0" name=""/>
        <dsp:cNvSpPr/>
      </dsp:nvSpPr>
      <dsp:spPr>
        <a:xfrm>
          <a:off x="292059" y="740206"/>
          <a:ext cx="531017" cy="531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BD23D-749A-4EB5-8EA2-914817210E26}">
      <dsp:nvSpPr>
        <dsp:cNvPr id="0" name=""/>
        <dsp:cNvSpPr/>
      </dsp:nvSpPr>
      <dsp:spPr>
        <a:xfrm>
          <a:off x="1115136" y="522971"/>
          <a:ext cx="9857663" cy="965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1" tIns="102181" rIns="102181" bIns="102181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500" kern="1200"/>
            <a:t>成品</a:t>
          </a:r>
          <a:r>
            <a:rPr lang="zh-CN" altLang="en-US" sz="2500" kern="1200">
              <a:latin typeface="Posterama"/>
            </a:rPr>
            <a:t>主題:五專回歸 青出</a:t>
          </a:r>
          <a:r>
            <a:rPr lang="zh-CN" altLang="en-US" sz="2500" kern="1200" dirty="0">
              <a:latin typeface="Posterama"/>
            </a:rPr>
            <a:t>於藍 更勝於藍 </a:t>
          </a:r>
          <a:endParaRPr lang="zh-TW" altLang="en-US" sz="2500" kern="1200" dirty="0">
            <a:latin typeface="Posterama"/>
          </a:endParaRPr>
        </a:p>
      </dsp:txBody>
      <dsp:txXfrm>
        <a:off x="1115136" y="522971"/>
        <a:ext cx="9857663" cy="965486"/>
      </dsp:txXfrm>
    </dsp:sp>
    <dsp:sp modelId="{AA354749-6748-4D02-981E-0BF6D1A60BDA}">
      <dsp:nvSpPr>
        <dsp:cNvPr id="0" name=""/>
        <dsp:cNvSpPr/>
      </dsp:nvSpPr>
      <dsp:spPr>
        <a:xfrm>
          <a:off x="0" y="1729829"/>
          <a:ext cx="10972800" cy="9654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2B5E7-04C4-4FBA-BD5F-71F6B32A3F89}">
      <dsp:nvSpPr>
        <dsp:cNvPr id="0" name=""/>
        <dsp:cNvSpPr/>
      </dsp:nvSpPr>
      <dsp:spPr>
        <a:xfrm>
          <a:off x="292059" y="1947064"/>
          <a:ext cx="531017" cy="531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375E0-4A6A-4000-9CD6-4A82320CCE5D}">
      <dsp:nvSpPr>
        <dsp:cNvPr id="0" name=""/>
        <dsp:cNvSpPr/>
      </dsp:nvSpPr>
      <dsp:spPr>
        <a:xfrm>
          <a:off x="1115136" y="1729829"/>
          <a:ext cx="9857663" cy="965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181" tIns="102181" rIns="102181" bIns="10218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hlinkClick xmlns:r="http://schemas.openxmlformats.org/officeDocument/2006/relationships" r:id="rId5"/>
            </a:rPr>
            <a:t>https://nutccsieandy.github.io/1110832098/</a:t>
          </a:r>
          <a:endParaRPr lang="en-US" sz="2500" kern="1200" dirty="0"/>
        </a:p>
      </dsp:txBody>
      <dsp:txXfrm>
        <a:off x="1115136" y="1729829"/>
        <a:ext cx="9857663" cy="965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4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0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1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8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8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9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1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7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3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1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5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6" r:id="rId6"/>
    <p:sldLayoutId id="2147483962" r:id="rId7"/>
    <p:sldLayoutId id="2147483963" r:id="rId8"/>
    <p:sldLayoutId id="2147483964" r:id="rId9"/>
    <p:sldLayoutId id="2147483965" r:id="rId10"/>
    <p:sldLayoutId id="21474839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Background Fill">
            <a:extLst>
              <a:ext uri="{FF2B5EF4-FFF2-40B4-BE49-F238E27FC236}">
                <a16:creationId xmlns:a16="http://schemas.microsoft.com/office/drawing/2014/main" id="{18D902C6-08DE-45F8-B54A-41065C31B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B3AFF00-BBA4-4343-8496-80833519A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9" y="1"/>
            <a:ext cx="8916078" cy="6857999"/>
          </a:xfrm>
          <a:custGeom>
            <a:avLst/>
            <a:gdLst>
              <a:gd name="connsiteX0" fmla="*/ 8183400 w 8916078"/>
              <a:gd name="connsiteY0" fmla="*/ 3865853 h 6820849"/>
              <a:gd name="connsiteX1" fmla="*/ 8259593 w 8916078"/>
              <a:gd name="connsiteY1" fmla="*/ 3878252 h 6820849"/>
              <a:gd name="connsiteX2" fmla="*/ 8529076 w 8916078"/>
              <a:gd name="connsiteY2" fmla="*/ 4345010 h 6820849"/>
              <a:gd name="connsiteX3" fmla="*/ 8062319 w 8916078"/>
              <a:gd name="connsiteY3" fmla="*/ 4614493 h 6820849"/>
              <a:gd name="connsiteX4" fmla="*/ 7792836 w 8916078"/>
              <a:gd name="connsiteY4" fmla="*/ 4147735 h 6820849"/>
              <a:gd name="connsiteX5" fmla="*/ 8183400 w 8916078"/>
              <a:gd name="connsiteY5" fmla="*/ 3865853 h 6820849"/>
              <a:gd name="connsiteX6" fmla="*/ 8734942 w 8916078"/>
              <a:gd name="connsiteY6" fmla="*/ 2667480 h 6820849"/>
              <a:gd name="connsiteX7" fmla="*/ 8773412 w 8916078"/>
              <a:gd name="connsiteY7" fmla="*/ 2673741 h 6820849"/>
              <a:gd name="connsiteX8" fmla="*/ 8909474 w 8916078"/>
              <a:gd name="connsiteY8" fmla="*/ 2909407 h 6820849"/>
              <a:gd name="connsiteX9" fmla="*/ 8673808 w 8916078"/>
              <a:gd name="connsiteY9" fmla="*/ 3045469 h 6820849"/>
              <a:gd name="connsiteX10" fmla="*/ 8537746 w 8916078"/>
              <a:gd name="connsiteY10" fmla="*/ 2809802 h 6820849"/>
              <a:gd name="connsiteX11" fmla="*/ 8697151 w 8916078"/>
              <a:gd name="connsiteY11" fmla="*/ 2668961 h 6820849"/>
              <a:gd name="connsiteX12" fmla="*/ 8734942 w 8916078"/>
              <a:gd name="connsiteY12" fmla="*/ 2667480 h 6820849"/>
              <a:gd name="connsiteX13" fmla="*/ 8776652 w 8916078"/>
              <a:gd name="connsiteY13" fmla="*/ 1 h 6820849"/>
              <a:gd name="connsiteX14" fmla="*/ 8786961 w 8916078"/>
              <a:gd name="connsiteY14" fmla="*/ 42970 h 6820849"/>
              <a:gd name="connsiteX15" fmla="*/ 8775876 w 8916078"/>
              <a:gd name="connsiteY15" fmla="*/ 219853 h 6820849"/>
              <a:gd name="connsiteX16" fmla="*/ 8229255 w 8916078"/>
              <a:gd name="connsiteY16" fmla="*/ 535444 h 6820849"/>
              <a:gd name="connsiteX17" fmla="*/ 7899142 w 8916078"/>
              <a:gd name="connsiteY17" fmla="*/ 78053 h 6820849"/>
              <a:gd name="connsiteX18" fmla="*/ 7911844 w 8916078"/>
              <a:gd name="connsiteY18" fmla="*/ 1 h 6820849"/>
              <a:gd name="connsiteX19" fmla="*/ 0 w 8916078"/>
              <a:gd name="connsiteY19" fmla="*/ 0 h 6820849"/>
              <a:gd name="connsiteX20" fmla="*/ 3064542 w 8916078"/>
              <a:gd name="connsiteY20" fmla="*/ 1 h 6820849"/>
              <a:gd name="connsiteX21" fmla="*/ 3626351 w 8916078"/>
              <a:gd name="connsiteY21" fmla="*/ 1 h 6820849"/>
              <a:gd name="connsiteX22" fmla="*/ 6388767 w 8916078"/>
              <a:gd name="connsiteY22" fmla="*/ 1 h 6820849"/>
              <a:gd name="connsiteX23" fmla="*/ 7293415 w 8916078"/>
              <a:gd name="connsiteY23" fmla="*/ 1 h 6820849"/>
              <a:gd name="connsiteX24" fmla="*/ 7285291 w 8916078"/>
              <a:gd name="connsiteY24" fmla="*/ 184997 h 6820849"/>
              <a:gd name="connsiteX25" fmla="*/ 7288318 w 8916078"/>
              <a:gd name="connsiteY25" fmla="*/ 419996 h 6820849"/>
              <a:gd name="connsiteX26" fmla="*/ 7736280 w 8916078"/>
              <a:gd name="connsiteY26" fmla="*/ 1068100 h 6820849"/>
              <a:gd name="connsiteX27" fmla="*/ 8184147 w 8916078"/>
              <a:gd name="connsiteY27" fmla="*/ 2589406 h 6820849"/>
              <a:gd name="connsiteX28" fmla="*/ 7738154 w 8916078"/>
              <a:gd name="connsiteY28" fmla="*/ 3164270 h 6820849"/>
              <a:gd name="connsiteX29" fmla="*/ 7579762 w 8916078"/>
              <a:gd name="connsiteY29" fmla="*/ 4641256 h 6820849"/>
              <a:gd name="connsiteX30" fmla="*/ 8191492 w 8916078"/>
              <a:gd name="connsiteY30" fmla="*/ 5670858 h 6820849"/>
              <a:gd name="connsiteX31" fmla="*/ 8477065 w 8916078"/>
              <a:gd name="connsiteY31" fmla="*/ 6707671 h 6820849"/>
              <a:gd name="connsiteX32" fmla="*/ 8478852 w 8916078"/>
              <a:gd name="connsiteY32" fmla="*/ 6820849 h 6820849"/>
              <a:gd name="connsiteX33" fmla="*/ 0 w 8916078"/>
              <a:gd name="connsiteY33" fmla="*/ 6820849 h 682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16078" h="6820849">
                <a:moveTo>
                  <a:pt x="8183400" y="3865853"/>
                </a:moveTo>
                <a:cubicBezTo>
                  <a:pt x="8208679" y="3867370"/>
                  <a:pt x="8234181" y="3871443"/>
                  <a:pt x="8259593" y="3878252"/>
                </a:cubicBezTo>
                <a:cubicBezTo>
                  <a:pt x="8462901" y="3932728"/>
                  <a:pt x="8583552" y="4141703"/>
                  <a:pt x="8529076" y="4345010"/>
                </a:cubicBezTo>
                <a:cubicBezTo>
                  <a:pt x="8474600" y="4548317"/>
                  <a:pt x="8265626" y="4668969"/>
                  <a:pt x="8062319" y="4614493"/>
                </a:cubicBezTo>
                <a:cubicBezTo>
                  <a:pt x="7859012" y="4560017"/>
                  <a:pt x="7738360" y="4351042"/>
                  <a:pt x="7792836" y="4147735"/>
                </a:cubicBezTo>
                <a:cubicBezTo>
                  <a:pt x="7840502" y="3969841"/>
                  <a:pt x="8006457" y="3855230"/>
                  <a:pt x="8183400" y="3865853"/>
                </a:cubicBezTo>
                <a:close/>
                <a:moveTo>
                  <a:pt x="8734942" y="2667480"/>
                </a:moveTo>
                <a:cubicBezTo>
                  <a:pt x="8747705" y="2668246"/>
                  <a:pt x="8760581" y="2670303"/>
                  <a:pt x="8773412" y="2673741"/>
                </a:cubicBezTo>
                <a:cubicBezTo>
                  <a:pt x="8876062" y="2701246"/>
                  <a:pt x="8936980" y="2806757"/>
                  <a:pt x="8909474" y="2909407"/>
                </a:cubicBezTo>
                <a:cubicBezTo>
                  <a:pt x="8881969" y="3012057"/>
                  <a:pt x="8776458" y="3072974"/>
                  <a:pt x="8673808" y="3045469"/>
                </a:cubicBezTo>
                <a:cubicBezTo>
                  <a:pt x="8571158" y="3017965"/>
                  <a:pt x="8510241" y="2912452"/>
                  <a:pt x="8537746" y="2809802"/>
                </a:cubicBezTo>
                <a:cubicBezTo>
                  <a:pt x="8558375" y="2732815"/>
                  <a:pt x="8622882" y="2679302"/>
                  <a:pt x="8697151" y="2668961"/>
                </a:cubicBezTo>
                <a:cubicBezTo>
                  <a:pt x="8709529" y="2667237"/>
                  <a:pt x="8722180" y="2666714"/>
                  <a:pt x="8734942" y="2667480"/>
                </a:cubicBezTo>
                <a:close/>
                <a:moveTo>
                  <a:pt x="8776652" y="1"/>
                </a:moveTo>
                <a:lnTo>
                  <a:pt x="8786961" y="42970"/>
                </a:lnTo>
                <a:cubicBezTo>
                  <a:pt x="8794957" y="100392"/>
                  <a:pt x="8791826" y="160330"/>
                  <a:pt x="8775876" y="219853"/>
                </a:cubicBezTo>
                <a:cubicBezTo>
                  <a:pt x="8712079" y="457946"/>
                  <a:pt x="8467349" y="599241"/>
                  <a:pt x="8229255" y="535444"/>
                </a:cubicBezTo>
                <a:cubicBezTo>
                  <a:pt x="8020924" y="479621"/>
                  <a:pt x="7886703" y="285271"/>
                  <a:pt x="7899142" y="78053"/>
                </a:cubicBezTo>
                <a:lnTo>
                  <a:pt x="7911844" y="1"/>
                </a:lnTo>
                <a:close/>
                <a:moveTo>
                  <a:pt x="0" y="0"/>
                </a:moveTo>
                <a:lnTo>
                  <a:pt x="3064542" y="1"/>
                </a:lnTo>
                <a:lnTo>
                  <a:pt x="3626351" y="1"/>
                </a:lnTo>
                <a:lnTo>
                  <a:pt x="6388767" y="1"/>
                </a:lnTo>
                <a:lnTo>
                  <a:pt x="7293415" y="1"/>
                </a:lnTo>
                <a:lnTo>
                  <a:pt x="7285291" y="184997"/>
                </a:lnTo>
                <a:cubicBezTo>
                  <a:pt x="7283933" y="263521"/>
                  <a:pt x="7284806" y="341911"/>
                  <a:pt x="7288318" y="419996"/>
                </a:cubicBezTo>
                <a:cubicBezTo>
                  <a:pt x="7301507" y="709488"/>
                  <a:pt x="7530168" y="891535"/>
                  <a:pt x="7736280" y="1068100"/>
                </a:cubicBezTo>
                <a:cubicBezTo>
                  <a:pt x="8250069" y="1508062"/>
                  <a:pt x="8424916" y="2032159"/>
                  <a:pt x="8184147" y="2589406"/>
                </a:cubicBezTo>
                <a:cubicBezTo>
                  <a:pt x="8090773" y="2805524"/>
                  <a:pt x="7909218" y="2993264"/>
                  <a:pt x="7738154" y="3164270"/>
                </a:cubicBezTo>
                <a:cubicBezTo>
                  <a:pt x="7279360" y="3622745"/>
                  <a:pt x="7298159" y="4154456"/>
                  <a:pt x="7579762" y="4641256"/>
                </a:cubicBezTo>
                <a:cubicBezTo>
                  <a:pt x="7780382" y="4986833"/>
                  <a:pt x="8020938" y="5311557"/>
                  <a:pt x="8191492" y="5670858"/>
                </a:cubicBezTo>
                <a:cubicBezTo>
                  <a:pt x="8357544" y="6019043"/>
                  <a:pt x="8456063" y="6366409"/>
                  <a:pt x="8477065" y="6707671"/>
                </a:cubicBezTo>
                <a:lnTo>
                  <a:pt x="8478852" y="6820849"/>
                </a:lnTo>
                <a:lnTo>
                  <a:pt x="0" y="68208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2648" y="557783"/>
            <a:ext cx="6693027" cy="313080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ea typeface="新細明體"/>
                <a:cs typeface="Calibri Light"/>
              </a:rPr>
              <a:t>程式語言成品介紹</a:t>
            </a:r>
            <a:br>
              <a:rPr lang="zh-TW" altLang="en-US" dirty="0">
                <a:ea typeface="新細明體"/>
                <a:cs typeface="Calibri Light"/>
              </a:rPr>
            </a:br>
            <a:r>
              <a:rPr lang="zh-CN" altLang="en-US" sz="3200" dirty="0">
                <a:ea typeface="+mj-lt"/>
                <a:cs typeface="+mj-lt"/>
              </a:rPr>
              <a:t>五專回歸 青出於藍 更勝於藍 </a:t>
            </a:r>
            <a:br>
              <a:rPr lang="zh-TW" altLang="en-US" dirty="0">
                <a:ea typeface="新細明體"/>
                <a:cs typeface="Calibri Light"/>
              </a:rPr>
            </a:br>
            <a:endParaRPr lang="zh-TW" altLang="en-US" dirty="0">
              <a:cs typeface="Posterama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6693027" cy="2240529"/>
          </a:xfrm>
        </p:spPr>
        <p:txBody>
          <a:bodyPr>
            <a:normAutofit/>
          </a:bodyPr>
          <a:lstStyle/>
          <a:p>
            <a:r>
              <a:rPr lang="zh-TW" altLang="en-US"/>
              <a:t>介紹人:NUTC-TECH網頁設計師-陳德恩</a:t>
            </a:r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7284A2-D584-4B2E-83EB-44A880B8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簡報大綱</a:t>
            </a:r>
            <a:r>
              <a:rPr lang="en-US" altLang="zh-TW" dirty="0"/>
              <a:t>(main point)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33B95E-0166-42EA-8D59-443F0F3F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1.</a:t>
            </a:r>
            <a:r>
              <a:rPr lang="zh-TW" altLang="en-US" sz="2400" dirty="0"/>
              <a:t>工作分配</a:t>
            </a:r>
            <a:endParaRPr lang="en-US" altLang="zh-TW" sz="2400" dirty="0"/>
          </a:p>
          <a:p>
            <a:r>
              <a:rPr lang="en-US" altLang="zh-TW" sz="2400" dirty="0"/>
              <a:t>2.</a:t>
            </a:r>
            <a:r>
              <a:rPr lang="zh-TW" altLang="en-US" sz="2400" dirty="0"/>
              <a:t>產品線介紹</a:t>
            </a:r>
            <a:endParaRPr lang="en-US" altLang="zh-TW" sz="2400" dirty="0"/>
          </a:p>
          <a:p>
            <a:r>
              <a:rPr lang="en-US" altLang="zh-TW" sz="2400" dirty="0"/>
              <a:t>3.</a:t>
            </a:r>
            <a:r>
              <a:rPr lang="zh-TW" altLang="en-US" sz="2400" dirty="0"/>
              <a:t>專案理念</a:t>
            </a:r>
            <a:endParaRPr lang="en-US" altLang="zh-TW" sz="2400" dirty="0"/>
          </a:p>
          <a:p>
            <a:r>
              <a:rPr lang="en-US" altLang="zh-TW" sz="2400" dirty="0"/>
              <a:t>4.</a:t>
            </a:r>
            <a:r>
              <a:rPr lang="zh-TW" altLang="en-US" sz="2400" dirty="0"/>
              <a:t>技術上的困難點與突破方式</a:t>
            </a:r>
            <a:endParaRPr lang="en-US" altLang="zh-TW" sz="2400" dirty="0"/>
          </a:p>
          <a:p>
            <a:r>
              <a:rPr lang="en-US" altLang="zh-TW" sz="2400" dirty="0"/>
              <a:t>5.</a:t>
            </a:r>
            <a:r>
              <a:rPr lang="zh-TW" altLang="en-US" sz="2400" dirty="0"/>
              <a:t>功能介紹</a:t>
            </a:r>
            <a:endParaRPr lang="en-US" altLang="zh-TW" sz="2400" dirty="0"/>
          </a:p>
          <a:p>
            <a:r>
              <a:rPr lang="en-US" altLang="zh-TW" sz="2400" dirty="0"/>
              <a:t>6.</a:t>
            </a:r>
            <a:r>
              <a:rPr lang="zh-TW" altLang="en-US" sz="2400" dirty="0"/>
              <a:t>測試裝置</a:t>
            </a:r>
            <a:endParaRPr lang="en-US" altLang="zh-TW" sz="2400" dirty="0"/>
          </a:p>
          <a:p>
            <a:r>
              <a:rPr lang="en-US" altLang="zh-TW" sz="2400" dirty="0"/>
              <a:t>7.</a:t>
            </a:r>
            <a:r>
              <a:rPr lang="zh-TW" altLang="en-US" sz="2400" dirty="0"/>
              <a:t>反思與經驗</a:t>
            </a:r>
          </a:p>
        </p:txBody>
      </p:sp>
    </p:spTree>
    <p:extLst>
      <p:ext uri="{BB962C8B-B14F-4D97-AF65-F5344CB8AC3E}">
        <p14:creationId xmlns:p14="http://schemas.microsoft.com/office/powerpoint/2010/main" val="195820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1B8751-EBCC-4150-9D76-2D9A7B57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工作分配</a:t>
            </a:r>
            <a:r>
              <a:rPr lang="en-US" altLang="zh-TW" dirty="0"/>
              <a:t>(arrangement)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BE430A-097C-424E-8119-D91C78B9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200" dirty="0"/>
              <a:t>網頁架構建設</a:t>
            </a:r>
            <a:r>
              <a:rPr lang="en-US" altLang="zh-TW" sz="3200" dirty="0"/>
              <a:t>:</a:t>
            </a:r>
            <a:r>
              <a:rPr lang="zh-TW" altLang="en-US" sz="3200" dirty="0"/>
              <a:t>資工三乙 陳德恩</a:t>
            </a:r>
            <a:endParaRPr lang="en-US" altLang="zh-TW" sz="3200" dirty="0"/>
          </a:p>
          <a:p>
            <a:r>
              <a:rPr lang="zh-TW" altLang="en-US" sz="3200" dirty="0"/>
              <a:t>簡報製作</a:t>
            </a:r>
            <a:r>
              <a:rPr lang="en-US" altLang="zh-TW" sz="3200" dirty="0"/>
              <a:t>:</a:t>
            </a:r>
            <a:r>
              <a:rPr lang="zh-TW" altLang="en-US" sz="3200" dirty="0"/>
              <a:t>資工二甲 曾暘憲、資工三乙 陳德恩</a:t>
            </a:r>
            <a:endParaRPr lang="en-US" altLang="zh-TW" sz="3200" dirty="0"/>
          </a:p>
          <a:p>
            <a:r>
              <a:rPr lang="zh-TW" altLang="en-US" sz="3200" dirty="0"/>
              <a:t>資料統整</a:t>
            </a:r>
            <a:r>
              <a:rPr lang="en-US" altLang="zh-TW" sz="3200" dirty="0"/>
              <a:t>:</a:t>
            </a:r>
            <a:r>
              <a:rPr lang="zh-TW" altLang="en-US" sz="3200" dirty="0"/>
              <a:t>資工二甲 劉尚典、胡均曄、陳柏翰</a:t>
            </a:r>
            <a:endParaRPr lang="en-US" altLang="zh-TW" sz="3200" dirty="0"/>
          </a:p>
          <a:p>
            <a:r>
              <a:rPr lang="zh-TW" altLang="en-US" sz="3200" dirty="0"/>
              <a:t>專案除錯</a:t>
            </a:r>
            <a:r>
              <a:rPr lang="en-US" altLang="zh-TW" sz="3200" dirty="0"/>
              <a:t>:</a:t>
            </a:r>
            <a:r>
              <a:rPr lang="zh-TW" altLang="en-US" sz="3200" dirty="0"/>
              <a:t>資工二甲 何柏穎</a:t>
            </a:r>
            <a:endParaRPr lang="en-US" altLang="zh-TW" sz="3200" dirty="0"/>
          </a:p>
          <a:p>
            <a:r>
              <a:rPr lang="zh-TW" altLang="en-US" sz="3200" dirty="0"/>
              <a:t>專案訪談</a:t>
            </a:r>
            <a:r>
              <a:rPr lang="en-US" altLang="zh-TW" sz="3200" dirty="0"/>
              <a:t>:</a:t>
            </a:r>
            <a:r>
              <a:rPr lang="zh-TW" altLang="en-US" sz="3200" dirty="0"/>
              <a:t>資工三乙 陳德恩、資工二甲 曾暘憲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495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BC9DD7E5-C854-492A-9A94-054A4118E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110DF80-7755-48B5-8B8F-47C1B9CE5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BE3A88-9C4A-4DA2-833A-AB2E7C4B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910470" cy="1625875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產品線邏輯心智圖</a:t>
            </a:r>
            <a:r>
              <a:rPr lang="en-US" altLang="zh-TW" dirty="0"/>
              <a:t>(mind map)</a:t>
            </a:r>
            <a:endParaRPr lang="zh-TW" altLang="en-US" dirty="0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AA535065-F803-4B79-A571-0C857BA0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998" y="552782"/>
            <a:ext cx="4887402" cy="1625876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id="{83D11857-5D21-470A-A845-58F7F9249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5" y="3312307"/>
            <a:ext cx="10578282" cy="280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870998D-B56C-447F-9AD7-27A90202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1" y="810563"/>
            <a:ext cx="3705572" cy="5409262"/>
          </a:xfrm>
        </p:spPr>
        <p:txBody>
          <a:bodyPr anchor="t">
            <a:normAutofit/>
          </a:bodyPr>
          <a:lstStyle/>
          <a:p>
            <a:r>
              <a:rPr lang="zh-TW" altLang="en-US">
                <a:cs typeface="Posterama"/>
              </a:rPr>
              <a:t>專案理念</a:t>
            </a:r>
            <a:r>
              <a:rPr lang="zh-TW" altLang="en-US" sz="3200">
                <a:cs typeface="Posterama"/>
              </a:rPr>
              <a:t>(Project Idea)</a:t>
            </a:r>
            <a:br>
              <a:rPr lang="zh-TW" altLang="en-US" dirty="0">
                <a:cs typeface="Posterama"/>
              </a:rPr>
            </a:br>
            <a:endParaRPr lang="zh-TW" altLang="en-US" dirty="0">
              <a:cs typeface="Posterama"/>
            </a:endParaRPr>
          </a:p>
        </p:txBody>
      </p:sp>
      <p:graphicFrame>
        <p:nvGraphicFramePr>
          <p:cNvPr id="14" name="內容版面配置區 2">
            <a:extLst>
              <a:ext uri="{FF2B5EF4-FFF2-40B4-BE49-F238E27FC236}">
                <a16:creationId xmlns:a16="http://schemas.microsoft.com/office/drawing/2014/main" id="{801C1535-3BFF-43E3-B0A5-D88A40BC5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916650"/>
              </p:ext>
            </p:extLst>
          </p:nvPr>
        </p:nvGraphicFramePr>
        <p:xfrm>
          <a:off x="6156183" y="594069"/>
          <a:ext cx="5473546" cy="497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298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3E2703-A213-49A0-AF74-B754BE366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zh-TW" altLang="en-US">
                <a:cs typeface="Posterama"/>
              </a:rPr>
              <a:t>程式技術層面(Coding Aspects)</a:t>
            </a:r>
            <a:endParaRPr lang="zh-TW" altLang="en-US"/>
          </a:p>
        </p:txBody>
      </p:sp>
      <p:graphicFrame>
        <p:nvGraphicFramePr>
          <p:cNvPr id="8" name="內容版面配置區 2">
            <a:extLst>
              <a:ext uri="{FF2B5EF4-FFF2-40B4-BE49-F238E27FC236}">
                <a16:creationId xmlns:a16="http://schemas.microsoft.com/office/drawing/2014/main" id="{7CFF2CCA-6BEA-4172-9EB1-6CDADF9BBF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7056420"/>
              </p:ext>
            </p:extLst>
          </p:nvPr>
        </p:nvGraphicFramePr>
        <p:xfrm>
          <a:off x="609600" y="2106613"/>
          <a:ext cx="10972800" cy="403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150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B2050F5-69E9-48B7-AF8F-4210AC1C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zh-TW" altLang="en-US">
                <a:cs typeface="Posterama"/>
              </a:rPr>
              <a:t>功能比較(</a:t>
            </a:r>
            <a:r>
              <a:rPr lang="en-US" altLang="en-US" dirty="0">
                <a:ea typeface="+mj-lt"/>
                <a:cs typeface="+mj-lt"/>
              </a:rPr>
              <a:t>C</a:t>
            </a:r>
            <a:r>
              <a:rPr lang="zh-TW">
                <a:ea typeface="+mj-lt"/>
                <a:cs typeface="+mj-lt"/>
              </a:rPr>
              <a:t>omparison</a:t>
            </a:r>
            <a:r>
              <a:rPr lang="zh-TW" altLang="en-US">
                <a:cs typeface="Posterama"/>
              </a:rPr>
              <a:t>)-介面UI</a:t>
            </a:r>
            <a:endParaRPr lang="zh-TW" altLang="en-US" dirty="0">
              <a:cs typeface="Posterama"/>
            </a:endParaRPr>
          </a:p>
        </p:txBody>
      </p:sp>
      <p:graphicFrame>
        <p:nvGraphicFramePr>
          <p:cNvPr id="18" name="表格 18">
            <a:extLst>
              <a:ext uri="{FF2B5EF4-FFF2-40B4-BE49-F238E27FC236}">
                <a16:creationId xmlns:a16="http://schemas.microsoft.com/office/drawing/2014/main" id="{F4940509-E31A-4641-B850-932D6E699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876697"/>
              </p:ext>
            </p:extLst>
          </p:nvPr>
        </p:nvGraphicFramePr>
        <p:xfrm>
          <a:off x="609600" y="2284522"/>
          <a:ext cx="10972801" cy="3679609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3223237">
                  <a:extLst>
                    <a:ext uri="{9D8B030D-6E8A-4147-A177-3AD203B41FA5}">
                      <a16:colId xmlns:a16="http://schemas.microsoft.com/office/drawing/2014/main" val="1060701037"/>
                    </a:ext>
                  </a:extLst>
                </a:gridCol>
                <a:gridCol w="4015621">
                  <a:extLst>
                    <a:ext uri="{9D8B030D-6E8A-4147-A177-3AD203B41FA5}">
                      <a16:colId xmlns:a16="http://schemas.microsoft.com/office/drawing/2014/main" val="3359695241"/>
                    </a:ext>
                  </a:extLst>
                </a:gridCol>
                <a:gridCol w="3733943">
                  <a:extLst>
                    <a:ext uri="{9D8B030D-6E8A-4147-A177-3AD203B41FA5}">
                      <a16:colId xmlns:a16="http://schemas.microsoft.com/office/drawing/2014/main" val="3429050789"/>
                    </a:ext>
                  </a:extLst>
                </a:gridCol>
              </a:tblGrid>
              <a:tr h="692454">
                <a:tc>
                  <a:txBody>
                    <a:bodyPr/>
                    <a:lstStyle/>
                    <a:p>
                      <a:endParaRPr lang="zh-TW" altLang="en-US" sz="27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51632" marR="151632" marT="151632" marB="758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700" b="0" cap="none" spc="0">
                          <a:solidFill>
                            <a:schemeClr val="bg1"/>
                          </a:solidFill>
                        </a:rPr>
                        <a:t>舊版</a:t>
                      </a:r>
                    </a:p>
                  </a:txBody>
                  <a:tcPr marL="151632" marR="151632" marT="151632" marB="758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700" b="0" cap="none" spc="0">
                          <a:solidFill>
                            <a:schemeClr val="bg1"/>
                          </a:solidFill>
                        </a:rPr>
                        <a:t>新版</a:t>
                      </a:r>
                    </a:p>
                  </a:txBody>
                  <a:tcPr marL="151632" marR="151632" marT="151632" marB="758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31704"/>
                  </a:ext>
                </a:extLst>
              </a:tr>
              <a:tr h="894630"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導覽列navbar</a:t>
                      </a:r>
                      <a:endParaRPr lang="zh-TW" sz="2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無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none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為行動裝置全新設計</a:t>
                      </a:r>
                      <a:endParaRPr lang="zh-TW" sz="2000" cap="none" spc="0">
                        <a:solidFill>
                          <a:schemeClr val="bg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For moblie devices.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688988"/>
                  </a:ext>
                </a:extLst>
              </a:tr>
              <a:tr h="894630"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網頁設計Website setting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只適合電腦瀏覽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Only for computer browsing.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為大多數行動裝置設計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For most moblie devices.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727444"/>
                  </a:ext>
                </a:extLst>
              </a:tr>
              <a:tr h="1197895"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網頁功能fuction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無法在某些裝置順利運行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Unable to work on some mobile devices.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大多數裝置運行沒有問題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cap="none" spc="0">
                          <a:solidFill>
                            <a:schemeClr val="bg1"/>
                          </a:solidFill>
                        </a:rPr>
                        <a:t>It's useable for most devices.</a:t>
                      </a:r>
                    </a:p>
                  </a:txBody>
                  <a:tcPr marL="151632" marR="151632" marT="151632" marB="7581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34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87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4507251-7F4F-4147-9551-F97F1AEB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1" y="810563"/>
            <a:ext cx="3705572" cy="5409262"/>
          </a:xfrm>
        </p:spPr>
        <p:txBody>
          <a:bodyPr anchor="t">
            <a:normAutofit/>
          </a:bodyPr>
          <a:lstStyle/>
          <a:p>
            <a:r>
              <a:rPr lang="zh-TW" altLang="en-US">
                <a:cs typeface="Posterama"/>
              </a:rPr>
              <a:t>測試裝置</a:t>
            </a:r>
            <a:br>
              <a:rPr lang="zh-TW" altLang="en-US" dirty="0">
                <a:cs typeface="Posterama"/>
              </a:rPr>
            </a:br>
            <a:r>
              <a:rPr lang="zh-TW" altLang="en-US" sz="4000">
                <a:cs typeface="Posterama"/>
              </a:rPr>
              <a:t>(Beta Devices)</a:t>
            </a:r>
            <a:endParaRPr lang="zh-TW" altLang="en-US" sz="4000" dirty="0">
              <a:cs typeface="Posterama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CBBF512F-7218-4718-A1BF-E286C300D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1"/>
              </p:ext>
            </p:extLst>
          </p:nvPr>
        </p:nvGraphicFramePr>
        <p:xfrm>
          <a:off x="6152108" y="638893"/>
          <a:ext cx="5473546" cy="497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966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E6557-0E93-4B4F-8AD1-1A7E3870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B84358-2894-45F1-8753-B1EC1E593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8517" y="-2"/>
            <a:ext cx="7742945" cy="6858001"/>
          </a:xfrm>
          <a:custGeom>
            <a:avLst/>
            <a:gdLst>
              <a:gd name="connsiteX0" fmla="*/ 615190 w 7742945"/>
              <a:gd name="connsiteY0" fmla="*/ 3536636 h 6858001"/>
              <a:gd name="connsiteX1" fmla="*/ 1124778 w 7742945"/>
              <a:gd name="connsiteY1" fmla="*/ 4046224 h 6858001"/>
              <a:gd name="connsiteX2" fmla="*/ 615190 w 7742945"/>
              <a:gd name="connsiteY2" fmla="*/ 4555812 h 6858001"/>
              <a:gd name="connsiteX3" fmla="*/ 105602 w 7742945"/>
              <a:gd name="connsiteY3" fmla="*/ 4046224 h 6858001"/>
              <a:gd name="connsiteX4" fmla="*/ 615190 w 7742945"/>
              <a:gd name="connsiteY4" fmla="*/ 3536636 h 6858001"/>
              <a:gd name="connsiteX5" fmla="*/ 14543 w 7742945"/>
              <a:gd name="connsiteY5" fmla="*/ 1 h 6858001"/>
              <a:gd name="connsiteX6" fmla="*/ 879351 w 7742945"/>
              <a:gd name="connsiteY6" fmla="*/ 1 h 6858001"/>
              <a:gd name="connsiteX7" fmla="*/ 892053 w 7742945"/>
              <a:gd name="connsiteY7" fmla="*/ 78053 h 6858001"/>
              <a:gd name="connsiteX8" fmla="*/ 561940 w 7742945"/>
              <a:gd name="connsiteY8" fmla="*/ 535444 h 6858001"/>
              <a:gd name="connsiteX9" fmla="*/ 15319 w 7742945"/>
              <a:gd name="connsiteY9" fmla="*/ 219853 h 6858001"/>
              <a:gd name="connsiteX10" fmla="*/ 4234 w 7742945"/>
              <a:gd name="connsiteY10" fmla="*/ 42970 h 6858001"/>
              <a:gd name="connsiteX11" fmla="*/ 2617781 w 7742945"/>
              <a:gd name="connsiteY11" fmla="*/ 0 h 6858001"/>
              <a:gd name="connsiteX12" fmla="*/ 7742945 w 7742945"/>
              <a:gd name="connsiteY12" fmla="*/ 0 h 6858001"/>
              <a:gd name="connsiteX13" fmla="*/ 7742945 w 7742945"/>
              <a:gd name="connsiteY13" fmla="*/ 6858000 h 6858001"/>
              <a:gd name="connsiteX14" fmla="*/ 5726653 w 7742945"/>
              <a:gd name="connsiteY14" fmla="*/ 6858000 h 6858001"/>
              <a:gd name="connsiteX15" fmla="*/ 5726653 w 7742945"/>
              <a:gd name="connsiteY15" fmla="*/ 6858001 h 6858001"/>
              <a:gd name="connsiteX16" fmla="*/ 311757 w 7742945"/>
              <a:gd name="connsiteY16" fmla="*/ 6858001 h 6858001"/>
              <a:gd name="connsiteX17" fmla="*/ 314130 w 7742945"/>
              <a:gd name="connsiteY17" fmla="*/ 6707671 h 6858001"/>
              <a:gd name="connsiteX18" fmla="*/ 599702 w 7742945"/>
              <a:gd name="connsiteY18" fmla="*/ 5670859 h 6858001"/>
              <a:gd name="connsiteX19" fmla="*/ 1211433 w 7742945"/>
              <a:gd name="connsiteY19" fmla="*/ 4641256 h 6858001"/>
              <a:gd name="connsiteX20" fmla="*/ 1053041 w 7742945"/>
              <a:gd name="connsiteY20" fmla="*/ 3164270 h 6858001"/>
              <a:gd name="connsiteX21" fmla="*/ 607048 w 7742945"/>
              <a:gd name="connsiteY21" fmla="*/ 2589406 h 6858001"/>
              <a:gd name="connsiteX22" fmla="*/ 1054915 w 7742945"/>
              <a:gd name="connsiteY22" fmla="*/ 1068100 h 6858001"/>
              <a:gd name="connsiteX23" fmla="*/ 1502877 w 7742945"/>
              <a:gd name="connsiteY23" fmla="*/ 419996 h 6858001"/>
              <a:gd name="connsiteX24" fmla="*/ 1505904 w 7742945"/>
              <a:gd name="connsiteY24" fmla="*/ 184997 h 6858001"/>
              <a:gd name="connsiteX25" fmla="*/ 1497780 w 7742945"/>
              <a:gd name="connsiteY25" fmla="*/ 1 h 6858001"/>
              <a:gd name="connsiteX26" fmla="*/ 2617781 w 7742945"/>
              <a:gd name="connsiteY2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42945" h="6858001">
                <a:moveTo>
                  <a:pt x="615190" y="3536636"/>
                </a:moveTo>
                <a:cubicBezTo>
                  <a:pt x="896628" y="3536636"/>
                  <a:pt x="1124778" y="3764786"/>
                  <a:pt x="1124778" y="4046224"/>
                </a:cubicBezTo>
                <a:cubicBezTo>
                  <a:pt x="1124778" y="4327662"/>
                  <a:pt x="896628" y="4555812"/>
                  <a:pt x="615190" y="4555812"/>
                </a:cubicBezTo>
                <a:cubicBezTo>
                  <a:pt x="333752" y="4555812"/>
                  <a:pt x="105602" y="4327662"/>
                  <a:pt x="105602" y="4046224"/>
                </a:cubicBezTo>
                <a:cubicBezTo>
                  <a:pt x="105602" y="3764786"/>
                  <a:pt x="333752" y="3536636"/>
                  <a:pt x="615190" y="3536636"/>
                </a:cubicBezTo>
                <a:close/>
                <a:moveTo>
                  <a:pt x="14543" y="1"/>
                </a:moveTo>
                <a:lnTo>
                  <a:pt x="879351" y="1"/>
                </a:lnTo>
                <a:lnTo>
                  <a:pt x="892053" y="78053"/>
                </a:lnTo>
                <a:cubicBezTo>
                  <a:pt x="904492" y="285272"/>
                  <a:pt x="770271" y="479622"/>
                  <a:pt x="561940" y="535444"/>
                </a:cubicBezTo>
                <a:cubicBezTo>
                  <a:pt x="323846" y="599241"/>
                  <a:pt x="79116" y="457946"/>
                  <a:pt x="15319" y="219853"/>
                </a:cubicBezTo>
                <a:cubicBezTo>
                  <a:pt x="-631" y="160330"/>
                  <a:pt x="-3762" y="100392"/>
                  <a:pt x="4234" y="42970"/>
                </a:cubicBezTo>
                <a:close/>
                <a:moveTo>
                  <a:pt x="2617781" y="0"/>
                </a:moveTo>
                <a:lnTo>
                  <a:pt x="7742945" y="0"/>
                </a:lnTo>
                <a:lnTo>
                  <a:pt x="7742945" y="6858000"/>
                </a:lnTo>
                <a:lnTo>
                  <a:pt x="5726653" y="6858000"/>
                </a:lnTo>
                <a:lnTo>
                  <a:pt x="5726653" y="6858001"/>
                </a:lnTo>
                <a:lnTo>
                  <a:pt x="311757" y="6858001"/>
                </a:lnTo>
                <a:lnTo>
                  <a:pt x="314130" y="6707671"/>
                </a:lnTo>
                <a:cubicBezTo>
                  <a:pt x="335132" y="6366410"/>
                  <a:pt x="433651" y="6019043"/>
                  <a:pt x="599702" y="5670859"/>
                </a:cubicBezTo>
                <a:cubicBezTo>
                  <a:pt x="770257" y="5311557"/>
                  <a:pt x="1010813" y="4986833"/>
                  <a:pt x="1211433" y="4641256"/>
                </a:cubicBezTo>
                <a:cubicBezTo>
                  <a:pt x="1493036" y="4154457"/>
                  <a:pt x="1511835" y="3622745"/>
                  <a:pt x="1053041" y="3164270"/>
                </a:cubicBezTo>
                <a:cubicBezTo>
                  <a:pt x="881977" y="2993265"/>
                  <a:pt x="700422" y="2805524"/>
                  <a:pt x="607048" y="2589406"/>
                </a:cubicBezTo>
                <a:cubicBezTo>
                  <a:pt x="366279" y="2032159"/>
                  <a:pt x="541125" y="1508062"/>
                  <a:pt x="1054915" y="1068100"/>
                </a:cubicBezTo>
                <a:cubicBezTo>
                  <a:pt x="1261027" y="891536"/>
                  <a:pt x="1489688" y="709489"/>
                  <a:pt x="1502877" y="419996"/>
                </a:cubicBezTo>
                <a:cubicBezTo>
                  <a:pt x="1506389" y="341911"/>
                  <a:pt x="1507262" y="263521"/>
                  <a:pt x="1505904" y="184997"/>
                </a:cubicBezTo>
                <a:lnTo>
                  <a:pt x="1497780" y="1"/>
                </a:lnTo>
                <a:lnTo>
                  <a:pt x="261778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7DC283F-AB0D-40F6-A390-DCA1B419E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71" y="810563"/>
            <a:ext cx="3705572" cy="5409262"/>
          </a:xfrm>
        </p:spPr>
        <p:txBody>
          <a:bodyPr anchor="t">
            <a:normAutofit/>
          </a:bodyPr>
          <a:lstStyle/>
          <a:p>
            <a:r>
              <a:rPr lang="zh-TW" altLang="en-US">
                <a:cs typeface="Posterama"/>
              </a:rPr>
              <a:t>測試瀏覽器</a:t>
            </a:r>
            <a:r>
              <a:rPr lang="zh-TW" altLang="en-US" sz="3200">
                <a:cs typeface="Posterama"/>
              </a:rPr>
              <a:t>(Beta Browsers)</a:t>
            </a:r>
            <a:endParaRPr lang="zh-TW" altLang="en-US" sz="320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E10A9408-0C74-4458-AED9-E619747A4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265904"/>
              </p:ext>
            </p:extLst>
          </p:nvPr>
        </p:nvGraphicFramePr>
        <p:xfrm>
          <a:off x="6156183" y="594069"/>
          <a:ext cx="5473546" cy="497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21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90EC71-5B41-4656-B5CC-D3417F8D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44639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altLang="en-US"/>
              <a:t>新增的功能</a:t>
            </a:r>
            <a:r>
              <a:rPr lang="en-US" altLang="zh-TW" dirty="0"/>
              <a:t>(New Functions)</a:t>
            </a:r>
          </a:p>
        </p:txBody>
      </p:sp>
      <p:graphicFrame>
        <p:nvGraphicFramePr>
          <p:cNvPr id="27" name="內容版面配置區 2">
            <a:extLst>
              <a:ext uri="{FF2B5EF4-FFF2-40B4-BE49-F238E27FC236}">
                <a16:creationId xmlns:a16="http://schemas.microsoft.com/office/drawing/2014/main" id="{F2C40B55-25F0-4804-AF2F-D110FF6AC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90040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487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BD2D38-BE74-452A-BCA0-7A57439E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cs typeface="Posterama"/>
              </a:rPr>
              <a:t>遭遇困難點與突破方式</a:t>
            </a:r>
            <a:br>
              <a:rPr lang="zh-TW" altLang="en-US" dirty="0">
                <a:cs typeface="Posterama"/>
              </a:rPr>
            </a:br>
            <a:r>
              <a:rPr lang="zh-TW" altLang="en-US" sz="3200">
                <a:cs typeface="Posterama"/>
              </a:rPr>
              <a:t>Difficulties and Solution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01A744-3070-496A-9F88-DED72BC63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1.瀏覽器解碼問題(browser decode problems)</a:t>
            </a:r>
          </a:p>
          <a:p>
            <a:r>
              <a:rPr lang="zh-TW" altLang="en-US"/>
              <a:t>Sol:選擇大眾化的瀏覽器(popular browsers)</a:t>
            </a:r>
            <a:endParaRPr lang="zh-TW" altLang="en-US" dirty="0"/>
          </a:p>
          <a:p>
            <a:r>
              <a:rPr lang="zh-TW" altLang="en-US"/>
              <a:t>2.排版</a:t>
            </a:r>
          </a:p>
          <a:p>
            <a:r>
              <a:rPr lang="zh-TW" altLang="en-US"/>
              <a:t>Sol:行動裝置優先(moblie devices first)</a:t>
            </a:r>
          </a:p>
          <a:p>
            <a:r>
              <a:rPr lang="zh-TW" altLang="en-US"/>
              <a:t>3.功能顯示</a:t>
            </a:r>
          </a:p>
          <a:p>
            <a:r>
              <a:rPr lang="zh-TW" altLang="en-US"/>
              <a:t>Sol:以常用且實用的功能為主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688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B40D3-B852-4689-BDC6-988B5D49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>
                <a:ea typeface="+mj-lt"/>
                <a:cs typeface="+mj-lt"/>
              </a:rPr>
              <a:t>反思與經驗</a:t>
            </a:r>
            <a:r>
              <a:rPr lang="en-US" altLang="zh-TW">
                <a:ea typeface="+mj-lt"/>
                <a:cs typeface="+mj-lt"/>
              </a:rPr>
              <a:t>(R</a:t>
            </a:r>
            <a:r>
              <a:rPr lang="zh-TW">
                <a:ea typeface="+mj-lt"/>
                <a:cs typeface="+mj-lt"/>
              </a:rPr>
              <a:t>eflection</a:t>
            </a:r>
            <a:r>
              <a:rPr lang="en-US" altLang="zh-TW" dirty="0">
                <a:ea typeface="+mj-lt"/>
                <a:cs typeface="+mj-lt"/>
              </a:rPr>
              <a:t>s</a:t>
            </a:r>
            <a:r>
              <a:rPr lang="zh-TW">
                <a:ea typeface="+mj-lt"/>
                <a:cs typeface="+mj-lt"/>
              </a:rPr>
              <a:t> and</a:t>
            </a:r>
            <a:r>
              <a:rPr lang="zh-TW" altLang="en-US">
                <a:ea typeface="+mj-lt"/>
                <a:cs typeface="+mj-lt"/>
              </a:rPr>
              <a:t> E</a:t>
            </a:r>
            <a:r>
              <a:rPr lang="en-US" altLang="zh-TW" dirty="0" err="1">
                <a:ea typeface="+mj-lt"/>
                <a:cs typeface="+mj-lt"/>
              </a:rPr>
              <a:t>xperiences</a:t>
            </a:r>
            <a:r>
              <a:rPr lang="en-US" altLang="zh-TW" dirty="0">
                <a:ea typeface="+mj-lt"/>
                <a:cs typeface="+mj-lt"/>
              </a:rPr>
              <a:t>)</a:t>
            </a:r>
            <a:endParaRPr lang="zh-TW" altLang="en-US" dirty="0">
              <a:cs typeface="Posteram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095FE3-2490-45D7-9566-ED5B404F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1.學會正確開發軟體產品(software product)</a:t>
            </a:r>
          </a:p>
          <a:p>
            <a:r>
              <a:rPr lang="zh-TW" altLang="en-US"/>
              <a:t>2.學會正確溝通與洽談(</a:t>
            </a:r>
            <a:r>
              <a:rPr lang="zh-TW">
                <a:ea typeface="+mn-lt"/>
                <a:cs typeface="+mn-lt"/>
              </a:rPr>
              <a:t>communication</a:t>
            </a:r>
            <a:r>
              <a:rPr lang="zh-TW" altLang="en-US"/>
              <a:t>)</a:t>
            </a:r>
          </a:p>
          <a:p>
            <a:r>
              <a:rPr lang="zh-TW" altLang="en-US"/>
              <a:t>3.團隊合作(team work)</a:t>
            </a:r>
            <a:endParaRPr lang="zh-TW" altLang="en-US" dirty="0"/>
          </a:p>
          <a:p>
            <a:r>
              <a:rPr lang="zh-TW" altLang="en-US"/>
              <a:t>4.工作分配(arrangment)</a:t>
            </a:r>
            <a:endParaRPr lang="zh-TW" altLang="en-US" dirty="0"/>
          </a:p>
          <a:p>
            <a:r>
              <a:rPr lang="zh-TW" altLang="en-US"/>
              <a:t>5.開發出符合使用者的成品(developing)</a:t>
            </a:r>
          </a:p>
          <a:p>
            <a:r>
              <a:rPr lang="zh-TW" altLang="en-US"/>
              <a:t>6.除錯(debug)</a:t>
            </a:r>
          </a:p>
          <a:p>
            <a:r>
              <a:rPr lang="zh-TW" altLang="en-US"/>
              <a:t>7.美工設計(art design)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752891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516</Words>
  <Application>Microsoft Office PowerPoint</Application>
  <PresentationFormat>寬螢幕</PresentationFormat>
  <Paragraphs>76</Paragraphs>
  <Slides>12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Posterama</vt:lpstr>
      <vt:lpstr>SplashVTI</vt:lpstr>
      <vt:lpstr>程式語言成品介紹 五專回歸 青出於藍 更勝於藍  </vt:lpstr>
      <vt:lpstr>簡報大綱(main point)</vt:lpstr>
      <vt:lpstr>工作分配(arrangement)</vt:lpstr>
      <vt:lpstr>產品線邏輯心智圖(mind map)</vt:lpstr>
      <vt:lpstr>專案理念(Project Idea) </vt:lpstr>
      <vt:lpstr>程式技術層面(Coding Aspects)</vt:lpstr>
      <vt:lpstr>功能比較(Comparison)-介面UI</vt:lpstr>
      <vt:lpstr>測試裝置 (Beta Devices)</vt:lpstr>
      <vt:lpstr>測試瀏覽器(Beta Browsers)</vt:lpstr>
      <vt:lpstr>新增的功能(New Functions)</vt:lpstr>
      <vt:lpstr>遭遇困難點與突破方式 Difficulties and Solution</vt:lpstr>
      <vt:lpstr> 反思與經驗(Reflections and Experiences)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/>
  <cp:lastModifiedBy>andy Chen</cp:lastModifiedBy>
  <cp:revision>354</cp:revision>
  <dcterms:created xsi:type="dcterms:W3CDTF">2022-01-10T10:47:28Z</dcterms:created>
  <dcterms:modified xsi:type="dcterms:W3CDTF">2022-01-11T01:43:02Z</dcterms:modified>
</cp:coreProperties>
</file>