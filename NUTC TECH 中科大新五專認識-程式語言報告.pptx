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9"/>
  </p:notesMasterIdLst>
  <p:handoutMasterIdLst>
    <p:handoutMasterId r:id="rId20"/>
  </p:handoutMasterIdLst>
  <p:sldIdLst>
    <p:sldId id="259" r:id="rId2"/>
    <p:sldId id="258" r:id="rId3"/>
    <p:sldId id="277" r:id="rId4"/>
    <p:sldId id="261" r:id="rId5"/>
    <p:sldId id="262" r:id="rId6"/>
    <p:sldId id="27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6" r:id="rId18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FB4D5E6-6CAD-43A1-B664-7F3D8E372CB9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5226E2-B735-4508-A988-88E01057849B}" type="datetime1">
              <a:rPr lang="zh-TW" altLang="en-US" smtClean="0"/>
              <a:t>2021/11/8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9A0F2C-D61B-4F78-A598-3F89F6808591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E378B1-F921-4DB6-A0B5-FBAB6D815817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CF3BCF-43AF-44CE-8DED-A0A7E4AFE36C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0B6A-E6B6-44EB-92C6-B1EDD7A0CF53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圖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982518-B634-4B56-A479-88927FC85B72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5BBEA0-9E15-4B30-90D1-183370C5F62E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22B815-A77C-480F-A07E-33569587508E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0AA884-2339-4FDA-B838-711CBE37D2CE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圖片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194BED-1B93-40DC-B7C0-9A9596B3071C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全景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CD7CC2-5874-4136-B618-25EAC07F2E5F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F3F2D1-9D40-497F-84BA-DE8CE6BA4BEE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F5CCF7-2695-4131-AD00-E93CBB603F28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024A9C-A6DB-458D-B7DE-5140A276A908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8" name="文字預留位置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9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0" name="文字預留位置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11" name="文字預留位置 4"/>
          <p:cNvSpPr>
            <a:spLocks noGrp="1"/>
          </p:cNvSpPr>
          <p:nvPr>
            <p:ph type="body" sz="quarter" idx="13" hasCustomPrompt="1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E5272A-0B28-4E11-950A-313FC911A049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圖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圖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標題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文字版面配置區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0" name="圖片預留位置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文字預留位置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2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3" name="圖片預留位置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文字預留位置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5" name="文字預留位置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6" name="圖片預留位置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文字預留位置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ACF7D8-7292-4421-9561-61106B87073C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9803B5-326F-4B80-8A1B-8F2AA9FC8140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6E54B5-1D10-449A-852D-5291154807A6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tw"/>
              <a:t>按一下以編輯母片文字樣式</a:t>
            </a:r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fld id="{E27EBA36-4489-4ED5-9948-A27DCFE4D027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MingLiu" panose="02020509000000000000" pitchFamily="49" charset="-12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nutccsieandy.github.io/1110832098/%E7%A8%8B%E5%BC%8F%E8%AA%9E%E8%A8%80%E5%A0%B1%E5%91%8A.html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oh.tw/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ptech.org/tw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包含杯子、咖啡、食物、飲料的圖片&#10;&#10;自動產生的描述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rtlCol="0">
            <a:normAutofit/>
          </a:bodyPr>
          <a:lstStyle/>
          <a:p>
            <a:r>
              <a:rPr lang="zh-TW" altLang="en-US" sz="7200" dirty="0"/>
              <a:t>程式語言報告</a:t>
            </a:r>
            <a:endParaRPr lang="zh-tw" sz="72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sz="2800" dirty="0"/>
              <a:t>製作人</a:t>
            </a:r>
            <a:r>
              <a:rPr lang="en-US" altLang="zh-TW" sz="2800" dirty="0"/>
              <a:t>:</a:t>
            </a:r>
          </a:p>
          <a:p>
            <a:pPr rtl="0"/>
            <a:r>
              <a:rPr lang="zh-TW" altLang="en-US" sz="2800" dirty="0"/>
              <a:t>資工二甲曾暘憲 資工三乙陳德恩</a:t>
            </a:r>
            <a:endParaRPr lang="zh-tw" sz="28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7271"/>
            <a:ext cx="5880153" cy="1811990"/>
          </a:xfrm>
        </p:spPr>
        <p:txBody>
          <a:bodyPr rtlCol="0" anchor="b">
            <a:normAutofit/>
          </a:bodyPr>
          <a:lstStyle/>
          <a:p>
            <a:r>
              <a:rPr lang="zh-TW" altLang="en-US" dirty="0"/>
              <a:t>小組介紹</a:t>
            </a:r>
            <a:endParaRPr lang="zh-tw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FD45218-6BF9-46D9-BF0D-1B8DD3FCE1F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9" r="307"/>
          <a:stretch/>
        </p:blipFill>
        <p:spPr>
          <a:xfrm>
            <a:off x="7442551" y="763702"/>
            <a:ext cx="3275751" cy="4912822"/>
          </a:xfrm>
          <a:noFill/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925922-A6F9-4F7F-9E92-D6BF0726A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3697" y="2679699"/>
            <a:ext cx="5033119" cy="3321050"/>
          </a:xfrm>
        </p:spPr>
        <p:txBody>
          <a:bodyPr anchor="t">
            <a:normAutofit/>
          </a:bodyPr>
          <a:lstStyle/>
          <a:p>
            <a:r>
              <a:rPr lang="zh-TW" altLang="en-US" dirty="0"/>
              <a:t>小組代號</a:t>
            </a:r>
            <a:r>
              <a:rPr lang="en-US" altLang="zh-TW" dirty="0"/>
              <a:t>:NUTC-TECH</a:t>
            </a:r>
          </a:p>
          <a:p>
            <a:r>
              <a:rPr lang="zh-TW" altLang="en-US" dirty="0"/>
              <a:t>組員</a:t>
            </a:r>
            <a:r>
              <a:rPr lang="en-US" altLang="zh-TW" dirty="0"/>
              <a:t>:</a:t>
            </a:r>
            <a:r>
              <a:rPr lang="zh-TW" altLang="en-US" dirty="0"/>
              <a:t>資工二甲 曾暘憲、劉尚典、胡均曄、陳柏翰、何柏穎</a:t>
            </a:r>
            <a:endParaRPr lang="en-US" altLang="zh-TW" dirty="0"/>
          </a:p>
          <a:p>
            <a:r>
              <a:rPr lang="zh-TW" altLang="en-US" dirty="0"/>
              <a:t>組長</a:t>
            </a:r>
            <a:r>
              <a:rPr lang="en-US" altLang="zh-TW" dirty="0"/>
              <a:t>:</a:t>
            </a:r>
            <a:r>
              <a:rPr lang="zh-TW" altLang="en-US" dirty="0"/>
              <a:t>資工三乙 陳德恩</a:t>
            </a:r>
          </a:p>
        </p:txBody>
      </p: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6739BBC1-1FB2-4F75-B25A-9EB9A5C9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B4E0B6A-E6B6-44EB-92C6-B1EDD7A0CF53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 anchor="ctr">
            <a:normAutofit/>
          </a:bodyPr>
          <a:lstStyle/>
          <a:p>
            <a:r>
              <a:rPr lang="zh-TW" altLang="en-US" dirty="0"/>
              <a:t>工作分配</a:t>
            </a:r>
            <a:endParaRPr lang="zh-tw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FD45218-6BF9-46D9-BF0D-1B8DD3FCE1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3" r="6646"/>
          <a:stretch/>
        </p:blipFill>
        <p:spPr>
          <a:xfrm>
            <a:off x="913795" y="2076450"/>
            <a:ext cx="4856841" cy="3622671"/>
          </a:xfrm>
          <a:noFill/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925922-A6F9-4F7F-9E92-D6BF0726A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r>
              <a:rPr lang="zh-TW" altLang="en-US" dirty="0"/>
              <a:t>網頁架構建設</a:t>
            </a:r>
            <a:r>
              <a:rPr lang="en-US" altLang="zh-TW" dirty="0"/>
              <a:t>:</a:t>
            </a:r>
            <a:r>
              <a:rPr lang="zh-TW" altLang="en-US" dirty="0"/>
              <a:t>資工三乙 陳德恩</a:t>
            </a:r>
            <a:endParaRPr lang="en-US" altLang="zh-TW" dirty="0"/>
          </a:p>
          <a:p>
            <a:r>
              <a:rPr lang="zh-TW" altLang="en-US" dirty="0"/>
              <a:t>簡報製作</a:t>
            </a:r>
            <a:r>
              <a:rPr lang="en-US" altLang="zh-TW" dirty="0"/>
              <a:t>:</a:t>
            </a:r>
            <a:r>
              <a:rPr lang="zh-TW" altLang="en-US" dirty="0"/>
              <a:t>資工二甲 曾暘憲、資工三乙 陳德恩</a:t>
            </a:r>
            <a:endParaRPr lang="en-US" altLang="zh-TW" dirty="0"/>
          </a:p>
          <a:p>
            <a:r>
              <a:rPr lang="zh-TW" altLang="en-US" dirty="0"/>
              <a:t>資料統整</a:t>
            </a:r>
            <a:r>
              <a:rPr lang="en-US" altLang="zh-TW" dirty="0"/>
              <a:t>:</a:t>
            </a:r>
            <a:r>
              <a:rPr lang="zh-TW" altLang="en-US" dirty="0"/>
              <a:t>資工二甲 劉尚典、胡均曄、陳柏翰</a:t>
            </a:r>
            <a:endParaRPr lang="en-US" altLang="zh-TW" dirty="0"/>
          </a:p>
          <a:p>
            <a:r>
              <a:rPr lang="zh-TW" altLang="en-US" dirty="0"/>
              <a:t>專案除錯</a:t>
            </a:r>
            <a:r>
              <a:rPr lang="en-US" altLang="zh-TW" dirty="0"/>
              <a:t>:</a:t>
            </a:r>
            <a:r>
              <a:rPr lang="zh-TW" altLang="en-US" dirty="0"/>
              <a:t>資工二甲 何柏穎</a:t>
            </a:r>
          </a:p>
        </p:txBody>
      </p: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6739BBC1-1FB2-4F75-B25A-9EB9A5C9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B4E0B6A-E6B6-44EB-92C6-B1EDD7A0CF53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1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0AF533-04F9-4D29-9754-565FCB21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網站架構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D9C64E-B0EE-4BDE-A18C-AA1609005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主頁面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資料分頁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團隊介紹、台中科大介紹、新科系資訊工程科介紹、資訊工程介紹、認識新五專、</a:t>
            </a:r>
            <a:r>
              <a:rPr lang="en-US" altLang="zh-TW" dirty="0"/>
              <a:t>P-TECH</a:t>
            </a:r>
            <a:r>
              <a:rPr lang="zh-TW" altLang="en-US" dirty="0"/>
              <a:t>介紹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功能說明頁面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意見回饋頁面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C888F60-9A48-4622-97B6-454C62D66A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547"/>
          <a:stretch/>
        </p:blipFill>
        <p:spPr>
          <a:xfrm>
            <a:off x="6410716" y="2076451"/>
            <a:ext cx="4856841" cy="3622672"/>
          </a:xfrm>
          <a:noFill/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5B566A-56D0-4746-97F2-2AC5CCE1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0E378B1-F921-4DB6-A0B5-FBAB6D815817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39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F4DCC4-E50E-4EDF-8A85-AB7621F8F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主頁</a:t>
            </a:r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43C3E9F7-E055-4DC9-BAE4-AAD865B94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2"/>
              </a:rPr>
              <a:t>https://nutccsieandy.github.io/1110832098/%E7%A8%8B%E5%BC%8F%E8%AA%9E%E8%A8%80%E5%A0%B1%E5%91%8A.html</a:t>
            </a:r>
            <a:endParaRPr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22798055-1137-4BB5-AB74-F5F7A2D21E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083" y="2076450"/>
            <a:ext cx="4830233" cy="3622675"/>
          </a:xfr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FB349A5-761A-49B8-851C-C8828985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86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FD629E-0E8E-414F-871F-869F93196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網站介紹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2A2B49-3030-493A-ACDF-72E941A99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使讀者認識台中科技大學的發展歷史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使讀者能夠了解新科系之特色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帶領讀者認識資訊工程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認識其他學校的新五專特色</a:t>
            </a:r>
            <a:endParaRPr lang="en-US" altLang="zh-TW" dirty="0"/>
          </a:p>
          <a:p>
            <a:r>
              <a:rPr lang="en-US" altLang="zh-TW" dirty="0"/>
              <a:t>5.</a:t>
            </a:r>
            <a:r>
              <a:rPr lang="zh-TW" altLang="en-US" dirty="0"/>
              <a:t>認識</a:t>
            </a:r>
            <a:r>
              <a:rPr lang="en-US" altLang="zh-TW" dirty="0"/>
              <a:t>P-TECH</a:t>
            </a:r>
            <a:endParaRPr lang="zh-TW" altLang="en-US" dirty="0"/>
          </a:p>
        </p:txBody>
      </p:sp>
      <p:pic>
        <p:nvPicPr>
          <p:cNvPr id="6" name="圖片 5" descr="一張含有 文字, 書寫用具, 信箋, 鉛筆 的圖片&#10;&#10;自動產生的描述">
            <a:extLst>
              <a:ext uri="{FF2B5EF4-FFF2-40B4-BE49-F238E27FC236}">
                <a16:creationId xmlns:a16="http://schemas.microsoft.com/office/drawing/2014/main" id="{2A670F1A-B012-48D8-87BD-87157AB4A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716" y="2108969"/>
            <a:ext cx="4856841" cy="3557636"/>
          </a:xfrm>
          <a:prstGeom prst="rect">
            <a:avLst/>
          </a:prstGeom>
          <a:noFill/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DEFFC7-D7E5-4296-B878-16B8D9B8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0E378B1-F921-4DB6-A0B5-FBAB6D815817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33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主頁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en-US" altLang="zh-TW" dirty="0"/>
          </a:p>
          <a:p>
            <a:r>
              <a:rPr lang="zh-TW" altLang="en-US" dirty="0"/>
              <a:t>當查看其他分頁的時候</a:t>
            </a:r>
            <a:r>
              <a:rPr lang="en-US" altLang="zh-TW" dirty="0"/>
              <a:t>,</a:t>
            </a:r>
            <a:r>
              <a:rPr lang="zh-TW" altLang="en-US" dirty="0"/>
              <a:t>想回到首頁的時候</a:t>
            </a:r>
            <a:r>
              <a:rPr lang="en-US" altLang="zh-TW" dirty="0"/>
              <a:t>,</a:t>
            </a:r>
            <a:r>
              <a:rPr lang="zh-TW" altLang="en-US" dirty="0"/>
              <a:t>點選</a:t>
            </a:r>
            <a:r>
              <a:rPr lang="en-US" altLang="zh-TW" dirty="0"/>
              <a:t>NUTC-TECH</a:t>
            </a:r>
            <a:r>
              <a:rPr lang="zh-TW" altLang="en-US" dirty="0"/>
              <a:t>即可</a:t>
            </a:r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75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團隊介紹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en-US" altLang="zh-TW" dirty="0"/>
          </a:p>
          <a:p>
            <a:r>
              <a:rPr lang="zh-TW" altLang="en-US" dirty="0">
                <a:solidFill>
                  <a:srgbClr val="FFFFFF"/>
                </a:solidFill>
              </a:rPr>
              <a:t>介紹關於此次網頁開發的工作人員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及團隊分工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以及團隊組成的初衷和目的</a:t>
            </a:r>
            <a:endParaRPr lang="en-US" altLang="zh-TW" sz="1200" dirty="0">
              <a:solidFill>
                <a:srgbClr val="FFFFFF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606" y="1707294"/>
            <a:ext cx="1448447" cy="14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76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台中科大介紹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en-US" altLang="zh-TW" dirty="0"/>
          </a:p>
          <a:p>
            <a:r>
              <a:rPr lang="zh-TW" altLang="en-US" dirty="0">
                <a:solidFill>
                  <a:srgbClr val="FFFFFF"/>
                </a:solidFill>
              </a:rPr>
              <a:t>介紹關於台中科技大學的校園師資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景色和建築物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以及學校校史</a:t>
            </a:r>
            <a:endParaRPr lang="en-US" altLang="zh-TW" dirty="0">
              <a:solidFill>
                <a:srgbClr val="FFFFFF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936" y="1707294"/>
            <a:ext cx="1448447" cy="14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52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新科系資訊工程科</a:t>
            </a:r>
            <a:br>
              <a:rPr lang="en-US" altLang="zh-TW" dirty="0"/>
            </a:br>
            <a:r>
              <a:rPr lang="zh-TW" altLang="en-US" dirty="0"/>
              <a:t>介紹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922" y="1760304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76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認識資訊工程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904" y="1782391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77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78" y="618434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認識新五專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6748" y="1747052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62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78" y="618434"/>
            <a:ext cx="3706889" cy="1821918"/>
          </a:xfrm>
        </p:spPr>
        <p:txBody>
          <a:bodyPr anchor="b">
            <a:normAutofit/>
          </a:bodyPr>
          <a:lstStyle/>
          <a:p>
            <a:r>
              <a:rPr lang="en-US" altLang="zh-TW" dirty="0"/>
              <a:t>P-TECH</a:t>
            </a:r>
            <a:r>
              <a:rPr lang="zh-TW" altLang="en-US" dirty="0"/>
              <a:t>介紹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475" y="1754901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42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78" y="618434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問卷與聯絡我們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br>
              <a:rPr lang="en-US" altLang="zh-TW" dirty="0"/>
            </a:br>
            <a:r>
              <a:rPr lang="zh-TW" altLang="en-US" dirty="0">
                <a:solidFill>
                  <a:srgbClr val="FFFFFF"/>
                </a:solidFill>
              </a:rPr>
              <a:t>我們是採取</a:t>
            </a:r>
            <a:r>
              <a:rPr lang="en-US" altLang="zh-TW" dirty="0">
                <a:solidFill>
                  <a:srgbClr val="FFFFFF"/>
                </a:solidFill>
              </a:rPr>
              <a:t>GOOGLE</a:t>
            </a:r>
            <a:r>
              <a:rPr lang="zh-TW" altLang="en-US" dirty="0">
                <a:solidFill>
                  <a:srgbClr val="FFFFFF"/>
                </a:solidFill>
              </a:rPr>
              <a:t>表單的方式來與訪客做溝通如果訪客有發現</a:t>
            </a:r>
            <a:r>
              <a:rPr lang="en-US" altLang="zh-TW" dirty="0">
                <a:solidFill>
                  <a:srgbClr val="FFFFFF"/>
                </a:solidFill>
              </a:rPr>
              <a:t>BUG</a:t>
            </a:r>
            <a:r>
              <a:rPr lang="zh-TW" altLang="en-US" dirty="0">
                <a:solidFill>
                  <a:srgbClr val="FFFFFF"/>
                </a:solidFill>
              </a:rPr>
              <a:t>可以填取表單與我們聯絡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平台會盡快做出修正</a:t>
            </a:r>
            <a:endParaRPr lang="en-US" altLang="zh-TW" dirty="0">
              <a:solidFill>
                <a:srgbClr val="FFFFFF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6731" y="1778448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345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78" y="618434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網站功能說明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379" y="1782372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21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F60748-A1C4-4385-B29C-B7681821D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預期功能與目前功能</a:t>
            </a:r>
          </a:p>
        </p:txBody>
      </p:sp>
      <p:pic>
        <p:nvPicPr>
          <p:cNvPr id="6" name="內容版面配置區 5" descr="一張含有 文字, 電子用品, 顯示 的圖片&#10;&#10;自動產生的描述">
            <a:extLst>
              <a:ext uri="{FF2B5EF4-FFF2-40B4-BE49-F238E27FC236}">
                <a16:creationId xmlns:a16="http://schemas.microsoft.com/office/drawing/2014/main" id="{C2E1A030-BB00-43EB-B78E-53B29369BA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88" b="1"/>
          <a:stretch/>
        </p:blipFill>
        <p:spPr>
          <a:xfrm>
            <a:off x="913795" y="2076450"/>
            <a:ext cx="4856841" cy="3622671"/>
          </a:xfrm>
          <a:noFill/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0B207E-1896-4183-A044-54E450C62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目前功能</a:t>
            </a:r>
            <a:r>
              <a:rPr lang="en-US" altLang="zh-TW" sz="1800" dirty="0"/>
              <a:t>: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回首頁、無底線型態連結點、問卷回饋連結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檔案</a:t>
            </a:r>
            <a:r>
              <a:rPr lang="zh-TW" altLang="en-US" sz="1800"/>
              <a:t>下載功能、點按顯示訊息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預期功能</a:t>
            </a:r>
            <a:r>
              <a:rPr lang="en-US" altLang="zh-TW" sz="1800" dirty="0"/>
              <a:t>: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崁入式動態相簿、響應式網頁</a:t>
            </a:r>
            <a:r>
              <a:rPr lang="en-US" altLang="zh-TW" sz="1800" dirty="0"/>
              <a:t>(</a:t>
            </a:r>
            <a:r>
              <a:rPr lang="zh-TW" altLang="en-US" sz="1800" dirty="0"/>
              <a:t>像素小於</a:t>
            </a:r>
            <a:r>
              <a:rPr lang="en-US" altLang="zh-TW" sz="1800" dirty="0"/>
              <a:t>768px</a:t>
            </a:r>
            <a:r>
              <a:rPr lang="zh-TW" altLang="en-US" sz="1800" dirty="0"/>
              <a:t>則將分頁標前收納</a:t>
            </a:r>
            <a:r>
              <a:rPr lang="en-US" altLang="zh-TW" sz="1800" dirty="0"/>
              <a:t>)</a:t>
            </a:r>
            <a:r>
              <a:rPr lang="zh-TW" altLang="en-US" sz="1800" dirty="0"/>
              <a:t>、次標籤收納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參考範例</a:t>
            </a:r>
            <a:r>
              <a:rPr lang="en-US" altLang="zh-TW" sz="1800" dirty="0"/>
              <a:t>: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zh-TW" sz="1800" dirty="0">
                <a:hlinkClick r:id="rId3"/>
              </a:rPr>
              <a:t>https://ioh.tw/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r>
              <a:rPr lang="en-US" altLang="zh-TW" sz="1800" dirty="0">
                <a:hlinkClick r:id="rId4"/>
              </a:rPr>
              <a:t>https://www.ptech.org/tw/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endParaRPr lang="zh-TW" altLang="en-US" sz="18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DC2E24-FD2E-4647-95B4-71F4198A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0E378B1-F921-4DB6-A0B5-FBAB6D815817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96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C55DD2-E110-4C6F-88A2-9D4B930F0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目標與願景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D1A416-580D-4855-81CB-B1F1E7E51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提高資料完整性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新增更多互動功能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美化網頁版面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1BEFAF-BCDB-4968-BEE1-4C2B62266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296611" y="1722839"/>
            <a:ext cx="3085052" cy="4329896"/>
          </a:xfrm>
          <a:prstGeom prst="rect">
            <a:avLst/>
          </a:prstGeom>
          <a:noFill/>
          <a:effectLst>
            <a:outerShdw blurRad="38100" dist="25400" dir="4440000">
              <a:srgbClr val="000000">
                <a:alpha val="36000"/>
              </a:srgbClr>
            </a:outerShdw>
          </a:effectLst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239153-7D49-4054-AC3F-C922A9D29F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0E378B1-F921-4DB6-A0B5-FBAB6D815817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71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71_TF12214701.potx" id="{BBB82F21-1842-44D0-B484-A888AAEB2B95}" vid="{768734AE-C4ED-4AF4-A856-0C4CCDE3A92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{D58CEC42-55D8-40B7-911E-04B2CF87FA9E}tf12214701_win32</Template>
  <TotalTime>221</TotalTime>
  <Words>796</Words>
  <Application>Microsoft Office PowerPoint</Application>
  <PresentationFormat>寬螢幕</PresentationFormat>
  <Paragraphs>76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MingLiu</vt:lpstr>
      <vt:lpstr>Calibri</vt:lpstr>
      <vt:lpstr>Goudy Old Style</vt:lpstr>
      <vt:lpstr>Wingdings 2</vt:lpstr>
      <vt:lpstr>SlateVTI</vt:lpstr>
      <vt:lpstr>程式語言報告</vt:lpstr>
      <vt:lpstr>小組介紹</vt:lpstr>
      <vt:lpstr>工作分配</vt:lpstr>
      <vt:lpstr>網站架構</vt:lpstr>
      <vt:lpstr>主頁</vt:lpstr>
      <vt:lpstr>網站介紹</vt:lpstr>
      <vt:lpstr>主頁</vt:lpstr>
      <vt:lpstr>團隊介紹</vt:lpstr>
      <vt:lpstr>台中科大介紹</vt:lpstr>
      <vt:lpstr>新科系資訊工程科 介紹</vt:lpstr>
      <vt:lpstr>認識資訊工程</vt:lpstr>
      <vt:lpstr>認識新五專</vt:lpstr>
      <vt:lpstr>P-TECH介紹</vt:lpstr>
      <vt:lpstr>問卷與聯絡我們</vt:lpstr>
      <vt:lpstr>網站功能說明</vt:lpstr>
      <vt:lpstr>預期功能與目前功能</vt:lpstr>
      <vt:lpstr>目標與願景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程式語言報告</dc:title>
  <dc:creator>andy Chen</dc:creator>
  <cp:lastModifiedBy>andy Chen</cp:lastModifiedBy>
  <cp:revision>5</cp:revision>
  <dcterms:created xsi:type="dcterms:W3CDTF">2021-11-08T09:20:54Z</dcterms:created>
  <dcterms:modified xsi:type="dcterms:W3CDTF">2021-11-08T14:46:53Z</dcterms:modified>
</cp:coreProperties>
</file>